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y="5143500" cx="9144000"/>
  <p:notesSz cx="6858000" cy="9144000"/>
  <p:embeddedFontLst>
    <p:embeddedFont>
      <p:font typeface="Playfair Display"/>
      <p:regular r:id="rId34"/>
      <p:bold r:id="rId35"/>
      <p:italic r:id="rId36"/>
      <p:boldItalic r:id="rId37"/>
    </p:embeddedFont>
    <p:embeddedFont>
      <p:font typeface="Atkinson Hyperlegible"/>
      <p:regular r:id="rId38"/>
      <p:bold r:id="rId39"/>
      <p:italic r:id="rId40"/>
      <p:boldItalic r:id="rId41"/>
    </p:embeddedFont>
    <p:embeddedFont>
      <p:font typeface="Bebas Neue"/>
      <p:regular r:id="rId42"/>
    </p:embeddedFont>
    <p:embeddedFont>
      <p:font typeface="PT Sans"/>
      <p:regular r:id="rId43"/>
      <p:bold r:id="rId44"/>
      <p:italic r:id="rId45"/>
      <p:boldItalic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7" roundtripDataSignature="AMtx7mgTOwGuw1PKvmNj+j8Zo7R8dgE0h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2EF6D24-1979-492A-A759-65B02D756117}">
  <a:tblStyle styleId="{82EF6D24-1979-492A-A759-65B02D756117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AtkinsonHyperlegible-italic.fntdata"/><Relationship Id="rId20" Type="http://schemas.openxmlformats.org/officeDocument/2006/relationships/slide" Target="slides/slide15.xml"/><Relationship Id="rId42" Type="http://schemas.openxmlformats.org/officeDocument/2006/relationships/font" Target="fonts/BebasNeue-regular.fntdata"/><Relationship Id="rId41" Type="http://schemas.openxmlformats.org/officeDocument/2006/relationships/font" Target="fonts/AtkinsonHyperlegible-boldItalic.fntdata"/><Relationship Id="rId22" Type="http://schemas.openxmlformats.org/officeDocument/2006/relationships/slide" Target="slides/slide17.xml"/><Relationship Id="rId44" Type="http://schemas.openxmlformats.org/officeDocument/2006/relationships/font" Target="fonts/PTSans-bold.fntdata"/><Relationship Id="rId21" Type="http://schemas.openxmlformats.org/officeDocument/2006/relationships/slide" Target="slides/slide16.xml"/><Relationship Id="rId43" Type="http://schemas.openxmlformats.org/officeDocument/2006/relationships/font" Target="fonts/PTSans-regular.fntdata"/><Relationship Id="rId24" Type="http://schemas.openxmlformats.org/officeDocument/2006/relationships/slide" Target="slides/slide19.xml"/><Relationship Id="rId46" Type="http://schemas.openxmlformats.org/officeDocument/2006/relationships/font" Target="fonts/PTSans-boldItalic.fntdata"/><Relationship Id="rId23" Type="http://schemas.openxmlformats.org/officeDocument/2006/relationships/slide" Target="slides/slide18.xml"/><Relationship Id="rId45" Type="http://schemas.openxmlformats.org/officeDocument/2006/relationships/font" Target="fonts/PTSans-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47" Type="http://customschemas.google.com/relationships/presentationmetadata" Target="meta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PlayfairDisplay-bold.fntdata"/><Relationship Id="rId12" Type="http://schemas.openxmlformats.org/officeDocument/2006/relationships/slide" Target="slides/slide7.xml"/><Relationship Id="rId34" Type="http://schemas.openxmlformats.org/officeDocument/2006/relationships/font" Target="fonts/PlayfairDisplay-regular.fntdata"/><Relationship Id="rId15" Type="http://schemas.openxmlformats.org/officeDocument/2006/relationships/slide" Target="slides/slide10.xml"/><Relationship Id="rId37" Type="http://schemas.openxmlformats.org/officeDocument/2006/relationships/font" Target="fonts/PlayfairDisplay-boldItalic.fntdata"/><Relationship Id="rId14" Type="http://schemas.openxmlformats.org/officeDocument/2006/relationships/slide" Target="slides/slide9.xml"/><Relationship Id="rId36" Type="http://schemas.openxmlformats.org/officeDocument/2006/relationships/font" Target="fonts/PlayfairDisplay-italic.fntdata"/><Relationship Id="rId17" Type="http://schemas.openxmlformats.org/officeDocument/2006/relationships/slide" Target="slides/slide12.xml"/><Relationship Id="rId39" Type="http://schemas.openxmlformats.org/officeDocument/2006/relationships/font" Target="fonts/AtkinsonHyperlegible-bold.fntdata"/><Relationship Id="rId16" Type="http://schemas.openxmlformats.org/officeDocument/2006/relationships/slide" Target="slides/slide11.xml"/><Relationship Id="rId38" Type="http://schemas.openxmlformats.org/officeDocument/2006/relationships/font" Target="fonts/AtkinsonHyperlegible-regular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2" name="Google Shape;27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aebc82613d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4" name="Google Shape;294;g3aebc82613d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aebc82613d_1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6" name="Google Shape;316;g3aebc82613d_1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aebc82613d_1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2" name="Google Shape;342;g3aebc82613d_1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aebc82613d_1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5" name="Google Shape;365;g3aebc82613d_1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aebc82613d_1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3" name="Google Shape;393;g3aebc82613d_1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aebc82613d_1_3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g3aebc82613d_1_3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aed5519f1b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3aed5519f1b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3aebc82613d_1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9" name="Google Shape;429;g3aebc82613d_1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aebc82613d_1_4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3aebc82613d_1_4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aed5519f1b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3aed5519f1b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3aebc82613d_1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3" name="Google Shape;463;g3aebc82613d_1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3aed5519f1b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5" name="Google Shape;485;g3aed5519f1b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3aebc82613d_1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1" name="Google Shape;491;g3aebc82613d_1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39186a1cada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39186a1cada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39186a1cada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0" name="Google Shape;520;g39186a1cada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39186a1cada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9" name="Google Shape;529;g39186a1cada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g39186a1cada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5" name="Google Shape;535;g39186a1cada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3aebc82613d_1_1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2" name="Google Shape;542;g3aebc82613d_1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g39186a1cada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4" name="Google Shape;564;g39186a1cada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39186a1cada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1" name="Google Shape;571;g39186a1cada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3aebc82613d_1_2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7" name="Google Shape;577;g3aebc82613d_1_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g3919a3f9680_2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9" name="Google Shape;599;g3919a3f9680_2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g3919a3f9680_2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5" name="Google Shape;605;g3919a3f9680_2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g3aebc82613d_1_2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1" name="Google Shape;611;g3aebc82613d_1_2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g3aed5519f1b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3" name="Google Shape;633;g3aed5519f1b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g3aed5519f1b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9" name="Google Shape;639;g3aed5519f1b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5" name="Google Shape;645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://bit.ly/2TyoMsr" TargetMode="External"/><Relationship Id="rId5" Type="http://schemas.openxmlformats.org/officeDocument/2006/relationships/hyperlink" Target="http://bit.ly/2TtBDfr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3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3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42"/>
          <p:cNvPicPr preferRelativeResize="0"/>
          <p:nvPr/>
        </p:nvPicPr>
        <p:blipFill rotWithShape="1">
          <a:blip r:embed="rId2">
            <a:alphaModFix/>
          </a:blip>
          <a:srcRect b="4259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42"/>
          <p:cNvSpPr txBox="1"/>
          <p:nvPr>
            <p:ph type="ctrTitle"/>
          </p:nvPr>
        </p:nvSpPr>
        <p:spPr>
          <a:xfrm>
            <a:off x="3462725" y="1121425"/>
            <a:ext cx="4813200" cy="2231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7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1" name="Google Shape;11;p42"/>
          <p:cNvSpPr txBox="1"/>
          <p:nvPr>
            <p:ph idx="1" type="subTitle"/>
          </p:nvPr>
        </p:nvSpPr>
        <p:spPr>
          <a:xfrm>
            <a:off x="3462725" y="3546275"/>
            <a:ext cx="4528800" cy="4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43"/>
          <p:cNvPicPr preferRelativeResize="0"/>
          <p:nvPr/>
        </p:nvPicPr>
        <p:blipFill rotWithShape="1">
          <a:blip r:embed="rId2">
            <a:alphaModFix/>
          </a:blip>
          <a:srcRect b="4259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43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5" name="Google Shape;15;p43"/>
          <p:cNvSpPr txBox="1"/>
          <p:nvPr>
            <p:ph idx="1" type="body"/>
          </p:nvPr>
        </p:nvSpPr>
        <p:spPr>
          <a:xfrm>
            <a:off x="720000" y="1094600"/>
            <a:ext cx="7704000" cy="3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  <p:grpSp>
        <p:nvGrpSpPr>
          <p:cNvPr id="16" name="Google Shape;16;p43"/>
          <p:cNvGrpSpPr/>
          <p:nvPr/>
        </p:nvGrpSpPr>
        <p:grpSpPr>
          <a:xfrm flipH="1" rot="10800000">
            <a:off x="-9878" y="0"/>
            <a:ext cx="9178101" cy="5156557"/>
            <a:chOff x="-9878" y="1"/>
            <a:chExt cx="9178101" cy="5156557"/>
          </a:xfrm>
        </p:grpSpPr>
        <p:grpSp>
          <p:nvGrpSpPr>
            <p:cNvPr id="17" name="Google Shape;17;p43"/>
            <p:cNvGrpSpPr/>
            <p:nvPr/>
          </p:nvGrpSpPr>
          <p:grpSpPr>
            <a:xfrm>
              <a:off x="-9877" y="0"/>
              <a:ext cx="1388125" cy="2534723"/>
              <a:chOff x="-9878" y="1"/>
              <a:chExt cx="1388125" cy="2534723"/>
            </a:xfrm>
          </p:grpSpPr>
          <p:pic>
            <p:nvPicPr>
              <p:cNvPr id="18" name="Google Shape;18;p43"/>
              <p:cNvPicPr preferRelativeResize="0"/>
              <p:nvPr/>
            </p:nvPicPr>
            <p:blipFill rotWithShape="1">
              <a:blip r:embed="rId3">
                <a:alphaModFix/>
              </a:blip>
              <a:srcRect b="50880" l="11254" r="13011" t="0"/>
              <a:stretch/>
            </p:blipFill>
            <p:spPr>
              <a:xfrm rot="5400000">
                <a:off x="-173002" y="880074"/>
                <a:ext cx="732625" cy="4063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9" name="Google Shape;19;p43"/>
              <p:cNvPicPr preferRelativeResize="0"/>
              <p:nvPr/>
            </p:nvPicPr>
            <p:blipFill rotWithShape="1">
              <a:blip r:embed="rId4">
                <a:alphaModFix/>
              </a:blip>
              <a:srcRect b="65415" l="0" r="5516" t="-40484"/>
              <a:stretch/>
            </p:blipFill>
            <p:spPr>
              <a:xfrm rot="5400000">
                <a:off x="-252077" y="549276"/>
                <a:ext cx="1865925" cy="13815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0" name="Google Shape;20;p43"/>
              <p:cNvPicPr preferRelativeResize="0"/>
              <p:nvPr/>
            </p:nvPicPr>
            <p:blipFill rotWithShape="1">
              <a:blip r:embed="rId4">
                <a:alphaModFix/>
              </a:blip>
              <a:srcRect b="47015" l="48893" r="12333" t="1038"/>
              <a:stretch/>
            </p:blipFill>
            <p:spPr>
              <a:xfrm rot="5400000">
                <a:off x="128185" y="-138062"/>
                <a:ext cx="1112000" cy="13881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1" name="Google Shape;21;p43"/>
              <p:cNvPicPr preferRelativeResize="0"/>
              <p:nvPr/>
            </p:nvPicPr>
            <p:blipFill rotWithShape="1">
              <a:blip r:embed="rId5">
                <a:alphaModFix/>
              </a:blip>
              <a:srcRect b="50443" l="0" r="0" t="0"/>
              <a:stretch/>
            </p:blipFill>
            <p:spPr>
              <a:xfrm rot="5400000">
                <a:off x="-268127" y="1806250"/>
                <a:ext cx="959650" cy="4431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2" name="Google Shape;22;p43"/>
              <p:cNvPicPr preferRelativeResize="0"/>
              <p:nvPr/>
            </p:nvPicPr>
            <p:blipFill rotWithShape="1">
              <a:blip r:embed="rId3">
                <a:alphaModFix/>
              </a:blip>
              <a:srcRect b="50880" l="11254" r="13011" t="0"/>
              <a:stretch/>
            </p:blipFill>
            <p:spPr>
              <a:xfrm rot="5400000">
                <a:off x="-144290" y="2065436"/>
                <a:ext cx="603700" cy="3348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3" name="Google Shape;23;p43"/>
            <p:cNvGrpSpPr/>
            <p:nvPr/>
          </p:nvGrpSpPr>
          <p:grpSpPr>
            <a:xfrm rot="10800000">
              <a:off x="7780098" y="2621835"/>
              <a:ext cx="1388125" cy="2534723"/>
              <a:chOff x="-9878" y="1"/>
              <a:chExt cx="1388125" cy="2534723"/>
            </a:xfrm>
          </p:grpSpPr>
          <p:pic>
            <p:nvPicPr>
              <p:cNvPr id="24" name="Google Shape;24;p43"/>
              <p:cNvPicPr preferRelativeResize="0"/>
              <p:nvPr/>
            </p:nvPicPr>
            <p:blipFill rotWithShape="1">
              <a:blip r:embed="rId3">
                <a:alphaModFix/>
              </a:blip>
              <a:srcRect b="50880" l="11254" r="13011" t="0"/>
              <a:stretch/>
            </p:blipFill>
            <p:spPr>
              <a:xfrm rot="5400000">
                <a:off x="-173002" y="880074"/>
                <a:ext cx="732625" cy="4063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5" name="Google Shape;25;p43"/>
              <p:cNvPicPr preferRelativeResize="0"/>
              <p:nvPr/>
            </p:nvPicPr>
            <p:blipFill rotWithShape="1">
              <a:blip r:embed="rId4">
                <a:alphaModFix/>
              </a:blip>
              <a:srcRect b="65415" l="0" r="5516" t="-40484"/>
              <a:stretch/>
            </p:blipFill>
            <p:spPr>
              <a:xfrm rot="5400000">
                <a:off x="-252077" y="549276"/>
                <a:ext cx="1865925" cy="13815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6" name="Google Shape;26;p43"/>
              <p:cNvPicPr preferRelativeResize="0"/>
              <p:nvPr/>
            </p:nvPicPr>
            <p:blipFill rotWithShape="1">
              <a:blip r:embed="rId4">
                <a:alphaModFix/>
              </a:blip>
              <a:srcRect b="47015" l="48893" r="12333" t="1038"/>
              <a:stretch/>
            </p:blipFill>
            <p:spPr>
              <a:xfrm rot="5400000">
                <a:off x="128185" y="-138062"/>
                <a:ext cx="1112000" cy="13881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7" name="Google Shape;27;p43"/>
              <p:cNvPicPr preferRelativeResize="0"/>
              <p:nvPr/>
            </p:nvPicPr>
            <p:blipFill rotWithShape="1">
              <a:blip r:embed="rId5">
                <a:alphaModFix/>
              </a:blip>
              <a:srcRect b="50443" l="0" r="0" t="0"/>
              <a:stretch/>
            </p:blipFill>
            <p:spPr>
              <a:xfrm rot="5400000">
                <a:off x="-268127" y="1806250"/>
                <a:ext cx="959650" cy="4431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8" name="Google Shape;28;p43"/>
              <p:cNvPicPr preferRelativeResize="0"/>
              <p:nvPr/>
            </p:nvPicPr>
            <p:blipFill rotWithShape="1">
              <a:blip r:embed="rId3">
                <a:alphaModFix/>
              </a:blip>
              <a:srcRect b="50880" l="11254" r="13011" t="0"/>
              <a:stretch/>
            </p:blipFill>
            <p:spPr>
              <a:xfrm rot="5400000">
                <a:off x="-144290" y="2065436"/>
                <a:ext cx="603700" cy="3348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30;p44"/>
          <p:cNvPicPr preferRelativeResize="0"/>
          <p:nvPr/>
        </p:nvPicPr>
        <p:blipFill rotWithShape="1">
          <a:blip r:embed="rId2">
            <a:alphaModFix/>
          </a:blip>
          <a:srcRect b="4259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" name="Google Shape;31;p44"/>
          <p:cNvGrpSpPr/>
          <p:nvPr/>
        </p:nvGrpSpPr>
        <p:grpSpPr>
          <a:xfrm>
            <a:off x="-9878" y="1"/>
            <a:ext cx="9178101" cy="5156557"/>
            <a:chOff x="-9878" y="1"/>
            <a:chExt cx="9178101" cy="5156557"/>
          </a:xfrm>
        </p:grpSpPr>
        <p:grpSp>
          <p:nvGrpSpPr>
            <p:cNvPr id="32" name="Google Shape;32;p44"/>
            <p:cNvGrpSpPr/>
            <p:nvPr/>
          </p:nvGrpSpPr>
          <p:grpSpPr>
            <a:xfrm>
              <a:off x="-9877" y="0"/>
              <a:ext cx="1388125" cy="2534723"/>
              <a:chOff x="-9878" y="1"/>
              <a:chExt cx="1388125" cy="2534723"/>
            </a:xfrm>
          </p:grpSpPr>
          <p:pic>
            <p:nvPicPr>
              <p:cNvPr id="33" name="Google Shape;33;p44"/>
              <p:cNvPicPr preferRelativeResize="0"/>
              <p:nvPr/>
            </p:nvPicPr>
            <p:blipFill rotWithShape="1">
              <a:blip r:embed="rId3">
                <a:alphaModFix/>
              </a:blip>
              <a:srcRect b="50880" l="11254" r="13011" t="0"/>
              <a:stretch/>
            </p:blipFill>
            <p:spPr>
              <a:xfrm rot="5400000">
                <a:off x="-173002" y="880074"/>
                <a:ext cx="732625" cy="4063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4" name="Google Shape;34;p44"/>
              <p:cNvPicPr preferRelativeResize="0"/>
              <p:nvPr/>
            </p:nvPicPr>
            <p:blipFill rotWithShape="1">
              <a:blip r:embed="rId4">
                <a:alphaModFix/>
              </a:blip>
              <a:srcRect b="65415" l="0" r="5516" t="-40484"/>
              <a:stretch/>
            </p:blipFill>
            <p:spPr>
              <a:xfrm rot="5400000">
                <a:off x="-252077" y="549276"/>
                <a:ext cx="1865925" cy="13815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5" name="Google Shape;35;p44"/>
              <p:cNvPicPr preferRelativeResize="0"/>
              <p:nvPr/>
            </p:nvPicPr>
            <p:blipFill rotWithShape="1">
              <a:blip r:embed="rId4">
                <a:alphaModFix/>
              </a:blip>
              <a:srcRect b="47015" l="48893" r="12333" t="1038"/>
              <a:stretch/>
            </p:blipFill>
            <p:spPr>
              <a:xfrm rot="5400000">
                <a:off x="128185" y="-138062"/>
                <a:ext cx="1112000" cy="13881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6" name="Google Shape;36;p44"/>
              <p:cNvPicPr preferRelativeResize="0"/>
              <p:nvPr/>
            </p:nvPicPr>
            <p:blipFill rotWithShape="1">
              <a:blip r:embed="rId5">
                <a:alphaModFix/>
              </a:blip>
              <a:srcRect b="50443" l="0" r="0" t="0"/>
              <a:stretch/>
            </p:blipFill>
            <p:spPr>
              <a:xfrm rot="5400000">
                <a:off x="-268127" y="1806250"/>
                <a:ext cx="959650" cy="4431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7" name="Google Shape;37;p44"/>
              <p:cNvPicPr preferRelativeResize="0"/>
              <p:nvPr/>
            </p:nvPicPr>
            <p:blipFill rotWithShape="1">
              <a:blip r:embed="rId3">
                <a:alphaModFix/>
              </a:blip>
              <a:srcRect b="50880" l="11254" r="13011" t="0"/>
              <a:stretch/>
            </p:blipFill>
            <p:spPr>
              <a:xfrm rot="5400000">
                <a:off x="-144290" y="2065436"/>
                <a:ext cx="603700" cy="3348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38" name="Google Shape;38;p44"/>
            <p:cNvGrpSpPr/>
            <p:nvPr/>
          </p:nvGrpSpPr>
          <p:grpSpPr>
            <a:xfrm rot="10800000">
              <a:off x="7780098" y="2621835"/>
              <a:ext cx="1388125" cy="2534723"/>
              <a:chOff x="-9878" y="1"/>
              <a:chExt cx="1388125" cy="2534723"/>
            </a:xfrm>
          </p:grpSpPr>
          <p:pic>
            <p:nvPicPr>
              <p:cNvPr id="39" name="Google Shape;39;p44"/>
              <p:cNvPicPr preferRelativeResize="0"/>
              <p:nvPr/>
            </p:nvPicPr>
            <p:blipFill rotWithShape="1">
              <a:blip r:embed="rId3">
                <a:alphaModFix/>
              </a:blip>
              <a:srcRect b="50880" l="11254" r="13011" t="0"/>
              <a:stretch/>
            </p:blipFill>
            <p:spPr>
              <a:xfrm rot="5400000">
                <a:off x="-173002" y="880074"/>
                <a:ext cx="732625" cy="4063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0" name="Google Shape;40;p44"/>
              <p:cNvPicPr preferRelativeResize="0"/>
              <p:nvPr/>
            </p:nvPicPr>
            <p:blipFill rotWithShape="1">
              <a:blip r:embed="rId4">
                <a:alphaModFix/>
              </a:blip>
              <a:srcRect b="65415" l="0" r="5516" t="-40484"/>
              <a:stretch/>
            </p:blipFill>
            <p:spPr>
              <a:xfrm rot="5400000">
                <a:off x="-252077" y="549276"/>
                <a:ext cx="1865925" cy="13815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1" name="Google Shape;41;p44"/>
              <p:cNvPicPr preferRelativeResize="0"/>
              <p:nvPr/>
            </p:nvPicPr>
            <p:blipFill rotWithShape="1">
              <a:blip r:embed="rId4">
                <a:alphaModFix/>
              </a:blip>
              <a:srcRect b="47015" l="48893" r="12333" t="1038"/>
              <a:stretch/>
            </p:blipFill>
            <p:spPr>
              <a:xfrm rot="5400000">
                <a:off x="128185" y="-138062"/>
                <a:ext cx="1112000" cy="13881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2" name="Google Shape;42;p44"/>
              <p:cNvPicPr preferRelativeResize="0"/>
              <p:nvPr/>
            </p:nvPicPr>
            <p:blipFill rotWithShape="1">
              <a:blip r:embed="rId5">
                <a:alphaModFix/>
              </a:blip>
              <a:srcRect b="50443" l="0" r="0" t="0"/>
              <a:stretch/>
            </p:blipFill>
            <p:spPr>
              <a:xfrm rot="5400000">
                <a:off x="-268127" y="1806250"/>
                <a:ext cx="959650" cy="4431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3" name="Google Shape;43;p44"/>
              <p:cNvPicPr preferRelativeResize="0"/>
              <p:nvPr/>
            </p:nvPicPr>
            <p:blipFill rotWithShape="1">
              <a:blip r:embed="rId3">
                <a:alphaModFix/>
              </a:blip>
              <a:srcRect b="50880" l="11254" r="13011" t="0"/>
              <a:stretch/>
            </p:blipFill>
            <p:spPr>
              <a:xfrm rot="5400000">
                <a:off x="-144290" y="2065436"/>
                <a:ext cx="603700" cy="3348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44" name="Google Shape;44;p44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44"/>
          <p:cNvSpPr txBox="1"/>
          <p:nvPr>
            <p:ph idx="2" type="title"/>
          </p:nvPr>
        </p:nvSpPr>
        <p:spPr>
          <a:xfrm>
            <a:off x="1505400" y="1585550"/>
            <a:ext cx="734700" cy="630900"/>
          </a:xfrm>
          <a:prstGeom prst="rect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6" name="Google Shape;46;p44"/>
          <p:cNvSpPr txBox="1"/>
          <p:nvPr>
            <p:ph idx="3" type="title"/>
          </p:nvPr>
        </p:nvSpPr>
        <p:spPr>
          <a:xfrm>
            <a:off x="1505400" y="3095166"/>
            <a:ext cx="734700" cy="630900"/>
          </a:xfrm>
          <a:prstGeom prst="rect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7" name="Google Shape;47;p44"/>
          <p:cNvSpPr txBox="1"/>
          <p:nvPr>
            <p:ph idx="4" type="title"/>
          </p:nvPr>
        </p:nvSpPr>
        <p:spPr>
          <a:xfrm>
            <a:off x="4204675" y="1585558"/>
            <a:ext cx="734700" cy="630900"/>
          </a:xfrm>
          <a:prstGeom prst="rect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8" name="Google Shape;48;p44"/>
          <p:cNvSpPr txBox="1"/>
          <p:nvPr>
            <p:ph idx="5" type="title"/>
          </p:nvPr>
        </p:nvSpPr>
        <p:spPr>
          <a:xfrm>
            <a:off x="4204675" y="3095166"/>
            <a:ext cx="734700" cy="630900"/>
          </a:xfrm>
          <a:prstGeom prst="rect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9" name="Google Shape;49;p44"/>
          <p:cNvSpPr txBox="1"/>
          <p:nvPr>
            <p:ph idx="6" type="title"/>
          </p:nvPr>
        </p:nvSpPr>
        <p:spPr>
          <a:xfrm>
            <a:off x="6903950" y="1585558"/>
            <a:ext cx="734700" cy="630900"/>
          </a:xfrm>
          <a:prstGeom prst="rect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0" name="Google Shape;50;p44"/>
          <p:cNvSpPr txBox="1"/>
          <p:nvPr>
            <p:ph idx="7" type="title"/>
          </p:nvPr>
        </p:nvSpPr>
        <p:spPr>
          <a:xfrm>
            <a:off x="6903950" y="3095166"/>
            <a:ext cx="734700" cy="630900"/>
          </a:xfrm>
          <a:prstGeom prst="rect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1" name="Google Shape;51;p44"/>
          <p:cNvSpPr txBox="1"/>
          <p:nvPr>
            <p:ph idx="1" type="subTitle"/>
          </p:nvPr>
        </p:nvSpPr>
        <p:spPr>
          <a:xfrm>
            <a:off x="720000" y="2337950"/>
            <a:ext cx="2305500" cy="484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2" name="Google Shape;52;p44"/>
          <p:cNvSpPr txBox="1"/>
          <p:nvPr>
            <p:ph idx="8" type="subTitle"/>
          </p:nvPr>
        </p:nvSpPr>
        <p:spPr>
          <a:xfrm>
            <a:off x="3419275" y="2337950"/>
            <a:ext cx="2305500" cy="484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3" name="Google Shape;53;p44"/>
          <p:cNvSpPr txBox="1"/>
          <p:nvPr>
            <p:ph idx="9" type="subTitle"/>
          </p:nvPr>
        </p:nvSpPr>
        <p:spPr>
          <a:xfrm>
            <a:off x="6118550" y="2337950"/>
            <a:ext cx="2305500" cy="484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4" name="Google Shape;54;p44"/>
          <p:cNvSpPr txBox="1"/>
          <p:nvPr>
            <p:ph idx="13" type="subTitle"/>
          </p:nvPr>
        </p:nvSpPr>
        <p:spPr>
          <a:xfrm>
            <a:off x="720000" y="3847575"/>
            <a:ext cx="2305500" cy="484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5" name="Google Shape;55;p44"/>
          <p:cNvSpPr txBox="1"/>
          <p:nvPr>
            <p:ph idx="14" type="subTitle"/>
          </p:nvPr>
        </p:nvSpPr>
        <p:spPr>
          <a:xfrm>
            <a:off x="3419275" y="3847575"/>
            <a:ext cx="2305500" cy="484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6" name="Google Shape;56;p44"/>
          <p:cNvSpPr txBox="1"/>
          <p:nvPr>
            <p:ph idx="15" type="subTitle"/>
          </p:nvPr>
        </p:nvSpPr>
        <p:spPr>
          <a:xfrm>
            <a:off x="6118550" y="3847575"/>
            <a:ext cx="2305500" cy="484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45"/>
          <p:cNvPicPr preferRelativeResize="0"/>
          <p:nvPr/>
        </p:nvPicPr>
        <p:blipFill rotWithShape="1">
          <a:blip r:embed="rId2">
            <a:alphaModFix/>
          </a:blip>
          <a:srcRect b="4259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45"/>
          <p:cNvSpPr txBox="1"/>
          <p:nvPr>
            <p:ph type="title"/>
          </p:nvPr>
        </p:nvSpPr>
        <p:spPr>
          <a:xfrm>
            <a:off x="4606200" y="1249125"/>
            <a:ext cx="3618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0" name="Google Shape;60;p45"/>
          <p:cNvSpPr txBox="1"/>
          <p:nvPr>
            <p:ph idx="1" type="subTitle"/>
          </p:nvPr>
        </p:nvSpPr>
        <p:spPr>
          <a:xfrm>
            <a:off x="4606200" y="2073075"/>
            <a:ext cx="3618300" cy="18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/>
        </p:txBody>
      </p:sp>
      <p:sp>
        <p:nvSpPr>
          <p:cNvPr id="61" name="Google Shape;61;p45"/>
          <p:cNvSpPr/>
          <p:nvPr>
            <p:ph idx="2" type="pic"/>
          </p:nvPr>
        </p:nvSpPr>
        <p:spPr>
          <a:xfrm>
            <a:off x="-14300" y="0"/>
            <a:ext cx="40029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46"/>
          <p:cNvPicPr preferRelativeResize="0"/>
          <p:nvPr/>
        </p:nvPicPr>
        <p:blipFill rotWithShape="1">
          <a:blip r:embed="rId2">
            <a:alphaModFix/>
          </a:blip>
          <a:srcRect b="4259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46"/>
          <p:cNvSpPr txBox="1"/>
          <p:nvPr>
            <p:ph type="title"/>
          </p:nvPr>
        </p:nvSpPr>
        <p:spPr>
          <a:xfrm>
            <a:off x="5318449" y="2415225"/>
            <a:ext cx="2883600" cy="154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5" name="Google Shape;65;p46"/>
          <p:cNvSpPr txBox="1"/>
          <p:nvPr>
            <p:ph idx="2" type="title"/>
          </p:nvPr>
        </p:nvSpPr>
        <p:spPr>
          <a:xfrm>
            <a:off x="5318450" y="1148175"/>
            <a:ext cx="1214100" cy="1016100"/>
          </a:xfrm>
          <a:prstGeom prst="rect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 sz="60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" name="Google Shape;66;p46"/>
          <p:cNvSpPr/>
          <p:nvPr>
            <p:ph idx="3" type="pic"/>
          </p:nvPr>
        </p:nvSpPr>
        <p:spPr>
          <a:xfrm>
            <a:off x="0" y="0"/>
            <a:ext cx="38061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47"/>
          <p:cNvPicPr preferRelativeResize="0"/>
          <p:nvPr/>
        </p:nvPicPr>
        <p:blipFill rotWithShape="1">
          <a:blip r:embed="rId2">
            <a:alphaModFix/>
          </a:blip>
          <a:srcRect b="4259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47"/>
          <p:cNvSpPr txBox="1"/>
          <p:nvPr>
            <p:ph type="title"/>
          </p:nvPr>
        </p:nvSpPr>
        <p:spPr>
          <a:xfrm>
            <a:off x="722376" y="539506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0" name="Google Shape;70;p47"/>
          <p:cNvSpPr txBox="1"/>
          <p:nvPr>
            <p:ph idx="1" type="subTitle"/>
          </p:nvPr>
        </p:nvSpPr>
        <p:spPr>
          <a:xfrm>
            <a:off x="4934398" y="2695300"/>
            <a:ext cx="2586600" cy="14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1" name="Google Shape;71;p47"/>
          <p:cNvSpPr txBox="1"/>
          <p:nvPr>
            <p:ph idx="2" type="subTitle"/>
          </p:nvPr>
        </p:nvSpPr>
        <p:spPr>
          <a:xfrm>
            <a:off x="1623002" y="2695300"/>
            <a:ext cx="2586600" cy="14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2" name="Google Shape;72;p47"/>
          <p:cNvSpPr txBox="1"/>
          <p:nvPr>
            <p:ph idx="3" type="subTitle"/>
          </p:nvPr>
        </p:nvSpPr>
        <p:spPr>
          <a:xfrm>
            <a:off x="1623002" y="2229090"/>
            <a:ext cx="2586600" cy="466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3" name="Google Shape;73;p47"/>
          <p:cNvSpPr txBox="1"/>
          <p:nvPr>
            <p:ph idx="4" type="subTitle"/>
          </p:nvPr>
        </p:nvSpPr>
        <p:spPr>
          <a:xfrm>
            <a:off x="4934395" y="2229090"/>
            <a:ext cx="2586600" cy="466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grpSp>
        <p:nvGrpSpPr>
          <p:cNvPr id="74" name="Google Shape;74;p47"/>
          <p:cNvGrpSpPr/>
          <p:nvPr/>
        </p:nvGrpSpPr>
        <p:grpSpPr>
          <a:xfrm flipH="1" rot="10800000">
            <a:off x="-9878" y="0"/>
            <a:ext cx="9178101" cy="5156557"/>
            <a:chOff x="-9878" y="1"/>
            <a:chExt cx="9178101" cy="5156557"/>
          </a:xfrm>
        </p:grpSpPr>
        <p:grpSp>
          <p:nvGrpSpPr>
            <p:cNvPr id="75" name="Google Shape;75;p47"/>
            <p:cNvGrpSpPr/>
            <p:nvPr/>
          </p:nvGrpSpPr>
          <p:grpSpPr>
            <a:xfrm>
              <a:off x="-9877" y="0"/>
              <a:ext cx="1388125" cy="2534723"/>
              <a:chOff x="-9878" y="1"/>
              <a:chExt cx="1388125" cy="2534723"/>
            </a:xfrm>
          </p:grpSpPr>
          <p:pic>
            <p:nvPicPr>
              <p:cNvPr id="76" name="Google Shape;76;p47"/>
              <p:cNvPicPr preferRelativeResize="0"/>
              <p:nvPr/>
            </p:nvPicPr>
            <p:blipFill rotWithShape="1">
              <a:blip r:embed="rId3">
                <a:alphaModFix/>
              </a:blip>
              <a:srcRect b="50880" l="11254" r="13011" t="0"/>
              <a:stretch/>
            </p:blipFill>
            <p:spPr>
              <a:xfrm rot="5400000">
                <a:off x="-173002" y="880074"/>
                <a:ext cx="732625" cy="4063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7" name="Google Shape;77;p47"/>
              <p:cNvPicPr preferRelativeResize="0"/>
              <p:nvPr/>
            </p:nvPicPr>
            <p:blipFill rotWithShape="1">
              <a:blip r:embed="rId4">
                <a:alphaModFix/>
              </a:blip>
              <a:srcRect b="65415" l="0" r="5516" t="-40484"/>
              <a:stretch/>
            </p:blipFill>
            <p:spPr>
              <a:xfrm rot="5400000">
                <a:off x="-252077" y="549276"/>
                <a:ext cx="1865925" cy="13815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8" name="Google Shape;78;p47"/>
              <p:cNvPicPr preferRelativeResize="0"/>
              <p:nvPr/>
            </p:nvPicPr>
            <p:blipFill rotWithShape="1">
              <a:blip r:embed="rId4">
                <a:alphaModFix/>
              </a:blip>
              <a:srcRect b="47015" l="48893" r="12333" t="1038"/>
              <a:stretch/>
            </p:blipFill>
            <p:spPr>
              <a:xfrm rot="5400000">
                <a:off x="128185" y="-138062"/>
                <a:ext cx="1112000" cy="13881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9" name="Google Shape;79;p47"/>
              <p:cNvPicPr preferRelativeResize="0"/>
              <p:nvPr/>
            </p:nvPicPr>
            <p:blipFill rotWithShape="1">
              <a:blip r:embed="rId5">
                <a:alphaModFix/>
              </a:blip>
              <a:srcRect b="50443" l="0" r="0" t="0"/>
              <a:stretch/>
            </p:blipFill>
            <p:spPr>
              <a:xfrm rot="5400000">
                <a:off x="-268127" y="1806250"/>
                <a:ext cx="959650" cy="4431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0" name="Google Shape;80;p47"/>
              <p:cNvPicPr preferRelativeResize="0"/>
              <p:nvPr/>
            </p:nvPicPr>
            <p:blipFill rotWithShape="1">
              <a:blip r:embed="rId3">
                <a:alphaModFix/>
              </a:blip>
              <a:srcRect b="50880" l="11254" r="13011" t="0"/>
              <a:stretch/>
            </p:blipFill>
            <p:spPr>
              <a:xfrm rot="5400000">
                <a:off x="-144290" y="2065436"/>
                <a:ext cx="603700" cy="3348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81" name="Google Shape;81;p47"/>
            <p:cNvGrpSpPr/>
            <p:nvPr/>
          </p:nvGrpSpPr>
          <p:grpSpPr>
            <a:xfrm rot="10800000">
              <a:off x="7780098" y="2621835"/>
              <a:ext cx="1388125" cy="2534723"/>
              <a:chOff x="-9878" y="1"/>
              <a:chExt cx="1388125" cy="2534723"/>
            </a:xfrm>
          </p:grpSpPr>
          <p:pic>
            <p:nvPicPr>
              <p:cNvPr id="82" name="Google Shape;82;p47"/>
              <p:cNvPicPr preferRelativeResize="0"/>
              <p:nvPr/>
            </p:nvPicPr>
            <p:blipFill rotWithShape="1">
              <a:blip r:embed="rId3">
                <a:alphaModFix/>
              </a:blip>
              <a:srcRect b="50880" l="11254" r="13011" t="0"/>
              <a:stretch/>
            </p:blipFill>
            <p:spPr>
              <a:xfrm rot="5400000">
                <a:off x="-173002" y="880074"/>
                <a:ext cx="732625" cy="4063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3" name="Google Shape;83;p47"/>
              <p:cNvPicPr preferRelativeResize="0"/>
              <p:nvPr/>
            </p:nvPicPr>
            <p:blipFill rotWithShape="1">
              <a:blip r:embed="rId4">
                <a:alphaModFix/>
              </a:blip>
              <a:srcRect b="65415" l="0" r="5516" t="-40484"/>
              <a:stretch/>
            </p:blipFill>
            <p:spPr>
              <a:xfrm rot="5400000">
                <a:off x="-252077" y="549276"/>
                <a:ext cx="1865925" cy="13815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4" name="Google Shape;84;p47"/>
              <p:cNvPicPr preferRelativeResize="0"/>
              <p:nvPr/>
            </p:nvPicPr>
            <p:blipFill rotWithShape="1">
              <a:blip r:embed="rId4">
                <a:alphaModFix/>
              </a:blip>
              <a:srcRect b="47015" l="48893" r="12333" t="1038"/>
              <a:stretch/>
            </p:blipFill>
            <p:spPr>
              <a:xfrm rot="5400000">
                <a:off x="128185" y="-138062"/>
                <a:ext cx="1112000" cy="13881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5" name="Google Shape;85;p47"/>
              <p:cNvPicPr preferRelativeResize="0"/>
              <p:nvPr/>
            </p:nvPicPr>
            <p:blipFill rotWithShape="1">
              <a:blip r:embed="rId5">
                <a:alphaModFix/>
              </a:blip>
              <a:srcRect b="50443" l="0" r="0" t="0"/>
              <a:stretch/>
            </p:blipFill>
            <p:spPr>
              <a:xfrm rot="5400000">
                <a:off x="-268127" y="1806250"/>
                <a:ext cx="959650" cy="4431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6" name="Google Shape;86;p47"/>
              <p:cNvPicPr preferRelativeResize="0"/>
              <p:nvPr/>
            </p:nvPicPr>
            <p:blipFill rotWithShape="1">
              <a:blip r:embed="rId3">
                <a:alphaModFix/>
              </a:blip>
              <a:srcRect b="50880" l="11254" r="13011" t="0"/>
              <a:stretch/>
            </p:blipFill>
            <p:spPr>
              <a:xfrm rot="5400000">
                <a:off x="-144290" y="2065436"/>
                <a:ext cx="603700" cy="3348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48"/>
          <p:cNvPicPr preferRelativeResize="0"/>
          <p:nvPr/>
        </p:nvPicPr>
        <p:blipFill rotWithShape="1">
          <a:blip r:embed="rId2">
            <a:alphaModFix/>
          </a:blip>
          <a:srcRect b="4259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48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0" name="Google Shape;90;p48"/>
          <p:cNvSpPr txBox="1"/>
          <p:nvPr>
            <p:ph idx="1" type="subTitle"/>
          </p:nvPr>
        </p:nvSpPr>
        <p:spPr>
          <a:xfrm>
            <a:off x="845776" y="2691250"/>
            <a:ext cx="2230200" cy="12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91" name="Google Shape;91;p48"/>
          <p:cNvSpPr txBox="1"/>
          <p:nvPr>
            <p:ph idx="2" type="subTitle"/>
          </p:nvPr>
        </p:nvSpPr>
        <p:spPr>
          <a:xfrm>
            <a:off x="3456897" y="2691250"/>
            <a:ext cx="2230200" cy="12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92" name="Google Shape;92;p48"/>
          <p:cNvSpPr txBox="1"/>
          <p:nvPr>
            <p:ph idx="3" type="subTitle"/>
          </p:nvPr>
        </p:nvSpPr>
        <p:spPr>
          <a:xfrm>
            <a:off x="6068024" y="2691250"/>
            <a:ext cx="2230200" cy="12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93" name="Google Shape;93;p48"/>
          <p:cNvSpPr txBox="1"/>
          <p:nvPr>
            <p:ph idx="4" type="subTitle"/>
          </p:nvPr>
        </p:nvSpPr>
        <p:spPr>
          <a:xfrm>
            <a:off x="845778" y="2225040"/>
            <a:ext cx="2230200" cy="466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94" name="Google Shape;94;p48"/>
          <p:cNvSpPr txBox="1"/>
          <p:nvPr>
            <p:ph idx="5" type="subTitle"/>
          </p:nvPr>
        </p:nvSpPr>
        <p:spPr>
          <a:xfrm>
            <a:off x="3456901" y="2225040"/>
            <a:ext cx="2230200" cy="466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95" name="Google Shape;95;p48"/>
          <p:cNvSpPr txBox="1"/>
          <p:nvPr>
            <p:ph idx="6" type="subTitle"/>
          </p:nvPr>
        </p:nvSpPr>
        <p:spPr>
          <a:xfrm>
            <a:off x="6068023" y="2225040"/>
            <a:ext cx="2230200" cy="466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grpSp>
        <p:nvGrpSpPr>
          <p:cNvPr id="96" name="Google Shape;96;p48"/>
          <p:cNvGrpSpPr/>
          <p:nvPr/>
        </p:nvGrpSpPr>
        <p:grpSpPr>
          <a:xfrm flipH="1" rot="10800000">
            <a:off x="-9878" y="0"/>
            <a:ext cx="9178101" cy="5156557"/>
            <a:chOff x="-9878" y="1"/>
            <a:chExt cx="9178101" cy="5156557"/>
          </a:xfrm>
        </p:grpSpPr>
        <p:grpSp>
          <p:nvGrpSpPr>
            <p:cNvPr id="97" name="Google Shape;97;p48"/>
            <p:cNvGrpSpPr/>
            <p:nvPr/>
          </p:nvGrpSpPr>
          <p:grpSpPr>
            <a:xfrm>
              <a:off x="-9877" y="0"/>
              <a:ext cx="1388125" cy="2534723"/>
              <a:chOff x="-9878" y="1"/>
              <a:chExt cx="1388125" cy="2534723"/>
            </a:xfrm>
          </p:grpSpPr>
          <p:pic>
            <p:nvPicPr>
              <p:cNvPr id="98" name="Google Shape;98;p48"/>
              <p:cNvPicPr preferRelativeResize="0"/>
              <p:nvPr/>
            </p:nvPicPr>
            <p:blipFill rotWithShape="1">
              <a:blip r:embed="rId3">
                <a:alphaModFix/>
              </a:blip>
              <a:srcRect b="50880" l="11254" r="13011" t="0"/>
              <a:stretch/>
            </p:blipFill>
            <p:spPr>
              <a:xfrm rot="5400000">
                <a:off x="-173002" y="880074"/>
                <a:ext cx="732625" cy="4063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9" name="Google Shape;99;p48"/>
              <p:cNvPicPr preferRelativeResize="0"/>
              <p:nvPr/>
            </p:nvPicPr>
            <p:blipFill rotWithShape="1">
              <a:blip r:embed="rId4">
                <a:alphaModFix/>
              </a:blip>
              <a:srcRect b="65415" l="0" r="5516" t="-40484"/>
              <a:stretch/>
            </p:blipFill>
            <p:spPr>
              <a:xfrm rot="5400000">
                <a:off x="-252077" y="549276"/>
                <a:ext cx="1865925" cy="13815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0" name="Google Shape;100;p48"/>
              <p:cNvPicPr preferRelativeResize="0"/>
              <p:nvPr/>
            </p:nvPicPr>
            <p:blipFill rotWithShape="1">
              <a:blip r:embed="rId4">
                <a:alphaModFix/>
              </a:blip>
              <a:srcRect b="47015" l="48893" r="12333" t="1038"/>
              <a:stretch/>
            </p:blipFill>
            <p:spPr>
              <a:xfrm rot="5400000">
                <a:off x="128185" y="-138062"/>
                <a:ext cx="1112000" cy="13881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1" name="Google Shape;101;p48"/>
              <p:cNvPicPr preferRelativeResize="0"/>
              <p:nvPr/>
            </p:nvPicPr>
            <p:blipFill rotWithShape="1">
              <a:blip r:embed="rId5">
                <a:alphaModFix/>
              </a:blip>
              <a:srcRect b="50443" l="0" r="0" t="0"/>
              <a:stretch/>
            </p:blipFill>
            <p:spPr>
              <a:xfrm rot="5400000">
                <a:off x="-268127" y="1806250"/>
                <a:ext cx="959650" cy="4431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2" name="Google Shape;102;p48"/>
              <p:cNvPicPr preferRelativeResize="0"/>
              <p:nvPr/>
            </p:nvPicPr>
            <p:blipFill rotWithShape="1">
              <a:blip r:embed="rId3">
                <a:alphaModFix/>
              </a:blip>
              <a:srcRect b="50880" l="11254" r="13011" t="0"/>
              <a:stretch/>
            </p:blipFill>
            <p:spPr>
              <a:xfrm rot="5400000">
                <a:off x="-144290" y="2065436"/>
                <a:ext cx="603700" cy="3348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03" name="Google Shape;103;p48"/>
            <p:cNvGrpSpPr/>
            <p:nvPr/>
          </p:nvGrpSpPr>
          <p:grpSpPr>
            <a:xfrm rot="10800000">
              <a:off x="7780098" y="2621835"/>
              <a:ext cx="1388125" cy="2534723"/>
              <a:chOff x="-9878" y="1"/>
              <a:chExt cx="1388125" cy="2534723"/>
            </a:xfrm>
          </p:grpSpPr>
          <p:pic>
            <p:nvPicPr>
              <p:cNvPr id="104" name="Google Shape;104;p48"/>
              <p:cNvPicPr preferRelativeResize="0"/>
              <p:nvPr/>
            </p:nvPicPr>
            <p:blipFill rotWithShape="1">
              <a:blip r:embed="rId3">
                <a:alphaModFix/>
              </a:blip>
              <a:srcRect b="50880" l="11254" r="13011" t="0"/>
              <a:stretch/>
            </p:blipFill>
            <p:spPr>
              <a:xfrm rot="5400000">
                <a:off x="-173002" y="880074"/>
                <a:ext cx="732625" cy="4063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5" name="Google Shape;105;p48"/>
              <p:cNvPicPr preferRelativeResize="0"/>
              <p:nvPr/>
            </p:nvPicPr>
            <p:blipFill rotWithShape="1">
              <a:blip r:embed="rId4">
                <a:alphaModFix/>
              </a:blip>
              <a:srcRect b="65415" l="0" r="5516" t="-40484"/>
              <a:stretch/>
            </p:blipFill>
            <p:spPr>
              <a:xfrm rot="5400000">
                <a:off x="-252077" y="549276"/>
                <a:ext cx="1865925" cy="13815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6" name="Google Shape;106;p48"/>
              <p:cNvPicPr preferRelativeResize="0"/>
              <p:nvPr/>
            </p:nvPicPr>
            <p:blipFill rotWithShape="1">
              <a:blip r:embed="rId4">
                <a:alphaModFix/>
              </a:blip>
              <a:srcRect b="47015" l="48893" r="12333" t="1038"/>
              <a:stretch/>
            </p:blipFill>
            <p:spPr>
              <a:xfrm rot="5400000">
                <a:off x="128185" y="-138062"/>
                <a:ext cx="1112000" cy="13881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7" name="Google Shape;107;p48"/>
              <p:cNvPicPr preferRelativeResize="0"/>
              <p:nvPr/>
            </p:nvPicPr>
            <p:blipFill rotWithShape="1">
              <a:blip r:embed="rId5">
                <a:alphaModFix/>
              </a:blip>
              <a:srcRect b="50443" l="0" r="0" t="0"/>
              <a:stretch/>
            </p:blipFill>
            <p:spPr>
              <a:xfrm rot="5400000">
                <a:off x="-268127" y="1806250"/>
                <a:ext cx="959650" cy="4431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8" name="Google Shape;108;p48"/>
              <p:cNvPicPr preferRelativeResize="0"/>
              <p:nvPr/>
            </p:nvPicPr>
            <p:blipFill rotWithShape="1">
              <a:blip r:embed="rId3">
                <a:alphaModFix/>
              </a:blip>
              <a:srcRect b="50880" l="11254" r="13011" t="0"/>
              <a:stretch/>
            </p:blipFill>
            <p:spPr>
              <a:xfrm rot="5400000">
                <a:off x="-144290" y="2065436"/>
                <a:ext cx="603700" cy="3348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49"/>
          <p:cNvPicPr preferRelativeResize="0"/>
          <p:nvPr/>
        </p:nvPicPr>
        <p:blipFill rotWithShape="1">
          <a:blip r:embed="rId2">
            <a:alphaModFix/>
          </a:blip>
          <a:srcRect b="4259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49"/>
          <p:cNvSpPr txBox="1"/>
          <p:nvPr>
            <p:ph type="title"/>
          </p:nvPr>
        </p:nvSpPr>
        <p:spPr>
          <a:xfrm>
            <a:off x="720000" y="539496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2" name="Google Shape;112;p49"/>
          <p:cNvSpPr txBox="1"/>
          <p:nvPr>
            <p:ph idx="1" type="subTitle"/>
          </p:nvPr>
        </p:nvSpPr>
        <p:spPr>
          <a:xfrm>
            <a:off x="1600324" y="1967750"/>
            <a:ext cx="2811000" cy="9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113" name="Google Shape;113;p49"/>
          <p:cNvSpPr txBox="1"/>
          <p:nvPr>
            <p:ph idx="2" type="subTitle"/>
          </p:nvPr>
        </p:nvSpPr>
        <p:spPr>
          <a:xfrm>
            <a:off x="5613000" y="1967750"/>
            <a:ext cx="2811000" cy="9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114" name="Google Shape;114;p49"/>
          <p:cNvSpPr txBox="1"/>
          <p:nvPr>
            <p:ph idx="3" type="subTitle"/>
          </p:nvPr>
        </p:nvSpPr>
        <p:spPr>
          <a:xfrm>
            <a:off x="1600324" y="3552125"/>
            <a:ext cx="2811000" cy="9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115" name="Google Shape;115;p49"/>
          <p:cNvSpPr txBox="1"/>
          <p:nvPr>
            <p:ph idx="4" type="subTitle"/>
          </p:nvPr>
        </p:nvSpPr>
        <p:spPr>
          <a:xfrm>
            <a:off x="5613000" y="3552125"/>
            <a:ext cx="2811000" cy="9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116" name="Google Shape;116;p49"/>
          <p:cNvSpPr txBox="1"/>
          <p:nvPr>
            <p:ph idx="5" type="subTitle"/>
          </p:nvPr>
        </p:nvSpPr>
        <p:spPr>
          <a:xfrm>
            <a:off x="1600324" y="1522000"/>
            <a:ext cx="2811000" cy="466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17" name="Google Shape;117;p49"/>
          <p:cNvSpPr txBox="1"/>
          <p:nvPr>
            <p:ph idx="6" type="subTitle"/>
          </p:nvPr>
        </p:nvSpPr>
        <p:spPr>
          <a:xfrm>
            <a:off x="1600324" y="3106450"/>
            <a:ext cx="2811000" cy="466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18" name="Google Shape;118;p49"/>
          <p:cNvSpPr txBox="1"/>
          <p:nvPr>
            <p:ph idx="7" type="subTitle"/>
          </p:nvPr>
        </p:nvSpPr>
        <p:spPr>
          <a:xfrm>
            <a:off x="5612974" y="1522000"/>
            <a:ext cx="2811000" cy="466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19" name="Google Shape;119;p49"/>
          <p:cNvSpPr txBox="1"/>
          <p:nvPr>
            <p:ph idx="8" type="subTitle"/>
          </p:nvPr>
        </p:nvSpPr>
        <p:spPr>
          <a:xfrm>
            <a:off x="5612974" y="3106450"/>
            <a:ext cx="2811000" cy="466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grpSp>
        <p:nvGrpSpPr>
          <p:cNvPr id="120" name="Google Shape;120;p49"/>
          <p:cNvGrpSpPr/>
          <p:nvPr/>
        </p:nvGrpSpPr>
        <p:grpSpPr>
          <a:xfrm>
            <a:off x="-9878" y="1"/>
            <a:ext cx="9134713" cy="5143507"/>
            <a:chOff x="-9878" y="1"/>
            <a:chExt cx="9134713" cy="5143507"/>
          </a:xfrm>
        </p:grpSpPr>
        <p:grpSp>
          <p:nvGrpSpPr>
            <p:cNvPr id="121" name="Google Shape;121;p49"/>
            <p:cNvGrpSpPr/>
            <p:nvPr/>
          </p:nvGrpSpPr>
          <p:grpSpPr>
            <a:xfrm>
              <a:off x="-9877" y="0"/>
              <a:ext cx="1388125" cy="2507650"/>
              <a:chOff x="-9878" y="1"/>
              <a:chExt cx="1388125" cy="2507650"/>
            </a:xfrm>
          </p:grpSpPr>
          <p:pic>
            <p:nvPicPr>
              <p:cNvPr id="122" name="Google Shape;122;p49"/>
              <p:cNvPicPr preferRelativeResize="0"/>
              <p:nvPr/>
            </p:nvPicPr>
            <p:blipFill rotWithShape="1">
              <a:blip r:embed="rId3">
                <a:alphaModFix/>
              </a:blip>
              <a:srcRect b="50880" l="11254" r="13011" t="0"/>
              <a:stretch/>
            </p:blipFill>
            <p:spPr>
              <a:xfrm rot="5400000">
                <a:off x="-173002" y="880074"/>
                <a:ext cx="732625" cy="4063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3" name="Google Shape;123;p49"/>
              <p:cNvPicPr preferRelativeResize="0"/>
              <p:nvPr/>
            </p:nvPicPr>
            <p:blipFill rotWithShape="1">
              <a:blip r:embed="rId4">
                <a:alphaModFix/>
              </a:blip>
              <a:srcRect b="65415" l="0" r="5516" t="-40484"/>
              <a:stretch/>
            </p:blipFill>
            <p:spPr>
              <a:xfrm rot="5400000">
                <a:off x="-252077" y="549276"/>
                <a:ext cx="1865925" cy="13815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4" name="Google Shape;124;p49"/>
              <p:cNvPicPr preferRelativeResize="0"/>
              <p:nvPr/>
            </p:nvPicPr>
            <p:blipFill rotWithShape="1">
              <a:blip r:embed="rId4">
                <a:alphaModFix/>
              </a:blip>
              <a:srcRect b="47015" l="48893" r="12333" t="1038"/>
              <a:stretch/>
            </p:blipFill>
            <p:spPr>
              <a:xfrm rot="5400000">
                <a:off x="128185" y="-138062"/>
                <a:ext cx="1112000" cy="13881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5" name="Google Shape;125;p49"/>
              <p:cNvPicPr preferRelativeResize="0"/>
              <p:nvPr/>
            </p:nvPicPr>
            <p:blipFill rotWithShape="1">
              <a:blip r:embed="rId5">
                <a:alphaModFix/>
              </a:blip>
              <a:srcRect b="50443" l="0" r="0" t="0"/>
              <a:stretch/>
            </p:blipFill>
            <p:spPr>
              <a:xfrm rot="5400000">
                <a:off x="-268127" y="1806250"/>
                <a:ext cx="959650" cy="4431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6" name="Google Shape;126;p49"/>
              <p:cNvPicPr preferRelativeResize="0"/>
              <p:nvPr/>
            </p:nvPicPr>
            <p:blipFill rotWithShape="1">
              <a:blip r:embed="rId3">
                <a:alphaModFix/>
              </a:blip>
              <a:srcRect b="50880" l="11254" r="13011" t="0"/>
              <a:stretch/>
            </p:blipFill>
            <p:spPr>
              <a:xfrm rot="5400000">
                <a:off x="-144290" y="1246411"/>
                <a:ext cx="603700" cy="3348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27" name="Google Shape;127;p49"/>
            <p:cNvGrpSpPr/>
            <p:nvPr/>
          </p:nvGrpSpPr>
          <p:grpSpPr>
            <a:xfrm>
              <a:off x="7736711" y="2608785"/>
              <a:ext cx="1388125" cy="2534723"/>
              <a:chOff x="7736711" y="2608785"/>
              <a:chExt cx="1388125" cy="2534723"/>
            </a:xfrm>
          </p:grpSpPr>
          <p:pic>
            <p:nvPicPr>
              <p:cNvPr id="128" name="Google Shape;128;p49"/>
              <p:cNvPicPr preferRelativeResize="0"/>
              <p:nvPr/>
            </p:nvPicPr>
            <p:blipFill rotWithShape="1">
              <a:blip r:embed="rId3">
                <a:alphaModFix/>
              </a:blip>
              <a:srcRect b="50880" l="11254" r="13011" t="0"/>
              <a:stretch/>
            </p:blipFill>
            <p:spPr>
              <a:xfrm rot="-5400000">
                <a:off x="8555335" y="3857059"/>
                <a:ext cx="732625" cy="4063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9" name="Google Shape;129;p49"/>
              <p:cNvPicPr preferRelativeResize="0"/>
              <p:nvPr/>
            </p:nvPicPr>
            <p:blipFill rotWithShape="1">
              <a:blip r:embed="rId4">
                <a:alphaModFix/>
              </a:blip>
              <a:srcRect b="65415" l="0" r="5516" t="-40484"/>
              <a:stretch/>
            </p:blipFill>
            <p:spPr>
              <a:xfrm rot="-5400000">
                <a:off x="7501110" y="3212706"/>
                <a:ext cx="1865925" cy="13815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0" name="Google Shape;130;p49"/>
              <p:cNvPicPr preferRelativeResize="0"/>
              <p:nvPr/>
            </p:nvPicPr>
            <p:blipFill rotWithShape="1">
              <a:blip r:embed="rId4">
                <a:alphaModFix/>
              </a:blip>
              <a:srcRect b="47015" l="48893" r="12333" t="1038"/>
              <a:stretch/>
            </p:blipFill>
            <p:spPr>
              <a:xfrm rot="-5400000">
                <a:off x="7874773" y="3893445"/>
                <a:ext cx="1112000" cy="13881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1" name="Google Shape;131;p49"/>
              <p:cNvPicPr preferRelativeResize="0"/>
              <p:nvPr/>
            </p:nvPicPr>
            <p:blipFill rotWithShape="1">
              <a:blip r:embed="rId5">
                <a:alphaModFix/>
              </a:blip>
              <a:srcRect b="50443" l="0" r="0" t="0"/>
              <a:stretch/>
            </p:blipFill>
            <p:spPr>
              <a:xfrm rot="-5400000">
                <a:off x="8423435" y="4382433"/>
                <a:ext cx="959650" cy="4431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2" name="Google Shape;132;p49"/>
              <p:cNvPicPr preferRelativeResize="0"/>
              <p:nvPr/>
            </p:nvPicPr>
            <p:blipFill rotWithShape="1">
              <a:blip r:embed="rId3">
                <a:alphaModFix/>
              </a:blip>
              <a:srcRect b="50880" l="11254" r="13011" t="0"/>
              <a:stretch/>
            </p:blipFill>
            <p:spPr>
              <a:xfrm rot="-5400000">
                <a:off x="8655548" y="2743197"/>
                <a:ext cx="603700" cy="3348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50"/>
          <p:cNvPicPr preferRelativeResize="0"/>
          <p:nvPr/>
        </p:nvPicPr>
        <p:blipFill rotWithShape="1">
          <a:blip r:embed="rId2">
            <a:alphaModFix/>
          </a:blip>
          <a:srcRect b="4259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50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36" name="Google Shape;136;p50"/>
          <p:cNvSpPr txBox="1"/>
          <p:nvPr>
            <p:ph idx="1" type="subTitle"/>
          </p:nvPr>
        </p:nvSpPr>
        <p:spPr>
          <a:xfrm>
            <a:off x="796200" y="1802471"/>
            <a:ext cx="2397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137" name="Google Shape;137;p50"/>
          <p:cNvSpPr txBox="1"/>
          <p:nvPr>
            <p:ph idx="2" type="subTitle"/>
          </p:nvPr>
        </p:nvSpPr>
        <p:spPr>
          <a:xfrm>
            <a:off x="3373350" y="1802471"/>
            <a:ext cx="2397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138" name="Google Shape;138;p50"/>
          <p:cNvSpPr txBox="1"/>
          <p:nvPr>
            <p:ph idx="3" type="subTitle"/>
          </p:nvPr>
        </p:nvSpPr>
        <p:spPr>
          <a:xfrm>
            <a:off x="796200" y="3529550"/>
            <a:ext cx="2397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139" name="Google Shape;139;p50"/>
          <p:cNvSpPr txBox="1"/>
          <p:nvPr>
            <p:ph idx="4" type="subTitle"/>
          </p:nvPr>
        </p:nvSpPr>
        <p:spPr>
          <a:xfrm>
            <a:off x="3373350" y="3529550"/>
            <a:ext cx="2397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140" name="Google Shape;140;p50"/>
          <p:cNvSpPr txBox="1"/>
          <p:nvPr>
            <p:ph idx="5" type="subTitle"/>
          </p:nvPr>
        </p:nvSpPr>
        <p:spPr>
          <a:xfrm>
            <a:off x="5950500" y="1802471"/>
            <a:ext cx="2397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141" name="Google Shape;141;p50"/>
          <p:cNvSpPr txBox="1"/>
          <p:nvPr>
            <p:ph idx="6" type="subTitle"/>
          </p:nvPr>
        </p:nvSpPr>
        <p:spPr>
          <a:xfrm>
            <a:off x="5950500" y="3529550"/>
            <a:ext cx="2397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142" name="Google Shape;142;p50"/>
          <p:cNvSpPr txBox="1"/>
          <p:nvPr>
            <p:ph idx="7" type="subTitle"/>
          </p:nvPr>
        </p:nvSpPr>
        <p:spPr>
          <a:xfrm>
            <a:off x="796200" y="1336275"/>
            <a:ext cx="2395200" cy="466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43" name="Google Shape;143;p50"/>
          <p:cNvSpPr txBox="1"/>
          <p:nvPr>
            <p:ph idx="8" type="subTitle"/>
          </p:nvPr>
        </p:nvSpPr>
        <p:spPr>
          <a:xfrm>
            <a:off x="3373350" y="1336275"/>
            <a:ext cx="2395200" cy="466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44" name="Google Shape;144;p50"/>
          <p:cNvSpPr txBox="1"/>
          <p:nvPr>
            <p:ph idx="9" type="subTitle"/>
          </p:nvPr>
        </p:nvSpPr>
        <p:spPr>
          <a:xfrm>
            <a:off x="5950500" y="1336275"/>
            <a:ext cx="2395200" cy="466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45" name="Google Shape;145;p50"/>
          <p:cNvSpPr txBox="1"/>
          <p:nvPr>
            <p:ph idx="13" type="subTitle"/>
          </p:nvPr>
        </p:nvSpPr>
        <p:spPr>
          <a:xfrm>
            <a:off x="796200" y="3063352"/>
            <a:ext cx="2395200" cy="466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46" name="Google Shape;146;p50"/>
          <p:cNvSpPr txBox="1"/>
          <p:nvPr>
            <p:ph idx="14" type="subTitle"/>
          </p:nvPr>
        </p:nvSpPr>
        <p:spPr>
          <a:xfrm>
            <a:off x="3373350" y="3063352"/>
            <a:ext cx="2395200" cy="466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47" name="Google Shape;147;p50"/>
          <p:cNvSpPr txBox="1"/>
          <p:nvPr>
            <p:ph idx="15" type="subTitle"/>
          </p:nvPr>
        </p:nvSpPr>
        <p:spPr>
          <a:xfrm>
            <a:off x="5950500" y="3063352"/>
            <a:ext cx="2395200" cy="466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grpSp>
        <p:nvGrpSpPr>
          <p:cNvPr id="148" name="Google Shape;148;p50"/>
          <p:cNvGrpSpPr/>
          <p:nvPr/>
        </p:nvGrpSpPr>
        <p:grpSpPr>
          <a:xfrm flipH="1" rot="10800000">
            <a:off x="-9878" y="1"/>
            <a:ext cx="9134713" cy="5143507"/>
            <a:chOff x="-9878" y="1"/>
            <a:chExt cx="9134713" cy="5143507"/>
          </a:xfrm>
        </p:grpSpPr>
        <p:grpSp>
          <p:nvGrpSpPr>
            <p:cNvPr id="149" name="Google Shape;149;p50"/>
            <p:cNvGrpSpPr/>
            <p:nvPr/>
          </p:nvGrpSpPr>
          <p:grpSpPr>
            <a:xfrm>
              <a:off x="-9877" y="0"/>
              <a:ext cx="1388125" cy="2507650"/>
              <a:chOff x="-9878" y="1"/>
              <a:chExt cx="1388125" cy="2507650"/>
            </a:xfrm>
          </p:grpSpPr>
          <p:pic>
            <p:nvPicPr>
              <p:cNvPr id="150" name="Google Shape;150;p50"/>
              <p:cNvPicPr preferRelativeResize="0"/>
              <p:nvPr/>
            </p:nvPicPr>
            <p:blipFill rotWithShape="1">
              <a:blip r:embed="rId3">
                <a:alphaModFix/>
              </a:blip>
              <a:srcRect b="50880" l="11254" r="13011" t="0"/>
              <a:stretch/>
            </p:blipFill>
            <p:spPr>
              <a:xfrm rot="5400000">
                <a:off x="-173002" y="880074"/>
                <a:ext cx="732625" cy="4063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51" name="Google Shape;151;p50"/>
              <p:cNvPicPr preferRelativeResize="0"/>
              <p:nvPr/>
            </p:nvPicPr>
            <p:blipFill rotWithShape="1">
              <a:blip r:embed="rId4">
                <a:alphaModFix/>
              </a:blip>
              <a:srcRect b="65415" l="0" r="5516" t="-40484"/>
              <a:stretch/>
            </p:blipFill>
            <p:spPr>
              <a:xfrm rot="5400000">
                <a:off x="-252077" y="549276"/>
                <a:ext cx="1865925" cy="13815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52" name="Google Shape;152;p50"/>
              <p:cNvPicPr preferRelativeResize="0"/>
              <p:nvPr/>
            </p:nvPicPr>
            <p:blipFill rotWithShape="1">
              <a:blip r:embed="rId4">
                <a:alphaModFix/>
              </a:blip>
              <a:srcRect b="47015" l="48893" r="12333" t="1038"/>
              <a:stretch/>
            </p:blipFill>
            <p:spPr>
              <a:xfrm rot="5400000">
                <a:off x="128185" y="-138062"/>
                <a:ext cx="1112000" cy="13881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53" name="Google Shape;153;p50"/>
              <p:cNvPicPr preferRelativeResize="0"/>
              <p:nvPr/>
            </p:nvPicPr>
            <p:blipFill rotWithShape="1">
              <a:blip r:embed="rId5">
                <a:alphaModFix/>
              </a:blip>
              <a:srcRect b="50443" l="0" r="0" t="0"/>
              <a:stretch/>
            </p:blipFill>
            <p:spPr>
              <a:xfrm rot="5400000">
                <a:off x="-268127" y="1806250"/>
                <a:ext cx="959650" cy="4431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54" name="Google Shape;154;p50"/>
              <p:cNvPicPr preferRelativeResize="0"/>
              <p:nvPr/>
            </p:nvPicPr>
            <p:blipFill rotWithShape="1">
              <a:blip r:embed="rId3">
                <a:alphaModFix/>
              </a:blip>
              <a:srcRect b="50880" l="11254" r="13011" t="0"/>
              <a:stretch/>
            </p:blipFill>
            <p:spPr>
              <a:xfrm rot="5400000">
                <a:off x="-144290" y="1246411"/>
                <a:ext cx="603700" cy="3348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55" name="Google Shape;155;p50"/>
            <p:cNvGrpSpPr/>
            <p:nvPr/>
          </p:nvGrpSpPr>
          <p:grpSpPr>
            <a:xfrm>
              <a:off x="7736711" y="2608785"/>
              <a:ext cx="1388125" cy="2534723"/>
              <a:chOff x="7736711" y="2608785"/>
              <a:chExt cx="1388125" cy="2534723"/>
            </a:xfrm>
          </p:grpSpPr>
          <p:pic>
            <p:nvPicPr>
              <p:cNvPr id="156" name="Google Shape;156;p50"/>
              <p:cNvPicPr preferRelativeResize="0"/>
              <p:nvPr/>
            </p:nvPicPr>
            <p:blipFill rotWithShape="1">
              <a:blip r:embed="rId3">
                <a:alphaModFix/>
              </a:blip>
              <a:srcRect b="50880" l="11254" r="13011" t="0"/>
              <a:stretch/>
            </p:blipFill>
            <p:spPr>
              <a:xfrm rot="-5400000">
                <a:off x="8555335" y="3857059"/>
                <a:ext cx="732625" cy="4063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57" name="Google Shape;157;p50"/>
              <p:cNvPicPr preferRelativeResize="0"/>
              <p:nvPr/>
            </p:nvPicPr>
            <p:blipFill rotWithShape="1">
              <a:blip r:embed="rId4">
                <a:alphaModFix/>
              </a:blip>
              <a:srcRect b="65415" l="0" r="5516" t="-40484"/>
              <a:stretch/>
            </p:blipFill>
            <p:spPr>
              <a:xfrm rot="-5400000">
                <a:off x="7501110" y="3212706"/>
                <a:ext cx="1865925" cy="13815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58" name="Google Shape;158;p50"/>
              <p:cNvPicPr preferRelativeResize="0"/>
              <p:nvPr/>
            </p:nvPicPr>
            <p:blipFill rotWithShape="1">
              <a:blip r:embed="rId4">
                <a:alphaModFix/>
              </a:blip>
              <a:srcRect b="47015" l="48893" r="12333" t="1038"/>
              <a:stretch/>
            </p:blipFill>
            <p:spPr>
              <a:xfrm rot="-5400000">
                <a:off x="7874773" y="3893445"/>
                <a:ext cx="1112000" cy="13881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59" name="Google Shape;159;p50"/>
              <p:cNvPicPr preferRelativeResize="0"/>
              <p:nvPr/>
            </p:nvPicPr>
            <p:blipFill rotWithShape="1">
              <a:blip r:embed="rId5">
                <a:alphaModFix/>
              </a:blip>
              <a:srcRect b="50443" l="0" r="0" t="0"/>
              <a:stretch/>
            </p:blipFill>
            <p:spPr>
              <a:xfrm rot="-5400000">
                <a:off x="8423435" y="4382433"/>
                <a:ext cx="959650" cy="4431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60" name="Google Shape;160;p50"/>
              <p:cNvPicPr preferRelativeResize="0"/>
              <p:nvPr/>
            </p:nvPicPr>
            <p:blipFill rotWithShape="1">
              <a:blip r:embed="rId3">
                <a:alphaModFix/>
              </a:blip>
              <a:srcRect b="50880" l="11254" r="13011" t="0"/>
              <a:stretch/>
            </p:blipFill>
            <p:spPr>
              <a:xfrm rot="-5400000">
                <a:off x="8655548" y="2743197"/>
                <a:ext cx="603700" cy="3348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51"/>
          <p:cNvPicPr preferRelativeResize="0"/>
          <p:nvPr/>
        </p:nvPicPr>
        <p:blipFill rotWithShape="1">
          <a:blip r:embed="rId2">
            <a:alphaModFix/>
          </a:blip>
          <a:srcRect b="4259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51"/>
          <p:cNvSpPr txBox="1"/>
          <p:nvPr>
            <p:ph type="title"/>
          </p:nvPr>
        </p:nvSpPr>
        <p:spPr>
          <a:xfrm>
            <a:off x="3683326" y="3176488"/>
            <a:ext cx="3818700" cy="5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64" name="Google Shape;164;p51"/>
          <p:cNvSpPr txBox="1"/>
          <p:nvPr>
            <p:ph idx="1" type="subTitle"/>
          </p:nvPr>
        </p:nvSpPr>
        <p:spPr>
          <a:xfrm>
            <a:off x="1641750" y="1435113"/>
            <a:ext cx="5860500" cy="147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52"/>
          <p:cNvPicPr preferRelativeResize="0"/>
          <p:nvPr/>
        </p:nvPicPr>
        <p:blipFill rotWithShape="1">
          <a:blip r:embed="rId2">
            <a:alphaModFix/>
          </a:blip>
          <a:srcRect b="4259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52"/>
          <p:cNvSpPr txBox="1"/>
          <p:nvPr>
            <p:ph type="title"/>
          </p:nvPr>
        </p:nvSpPr>
        <p:spPr>
          <a:xfrm>
            <a:off x="798388" y="2743394"/>
            <a:ext cx="3492600" cy="768900"/>
          </a:xfrm>
          <a:prstGeom prst="rect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 sz="45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8" name="Google Shape;168;p52"/>
          <p:cNvSpPr txBox="1"/>
          <p:nvPr>
            <p:ph idx="1" type="subTitle"/>
          </p:nvPr>
        </p:nvSpPr>
        <p:spPr>
          <a:xfrm>
            <a:off x="798388" y="3512292"/>
            <a:ext cx="34926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169" name="Google Shape;169;p52"/>
          <p:cNvSpPr txBox="1"/>
          <p:nvPr>
            <p:ph idx="2" type="title"/>
          </p:nvPr>
        </p:nvSpPr>
        <p:spPr>
          <a:xfrm>
            <a:off x="2825700" y="1032408"/>
            <a:ext cx="3492600" cy="768900"/>
          </a:xfrm>
          <a:prstGeom prst="rect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 sz="45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0" name="Google Shape;170;p52"/>
          <p:cNvSpPr txBox="1"/>
          <p:nvPr>
            <p:ph idx="3" type="subTitle"/>
          </p:nvPr>
        </p:nvSpPr>
        <p:spPr>
          <a:xfrm>
            <a:off x="2825700" y="1801320"/>
            <a:ext cx="34926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171" name="Google Shape;171;p52"/>
          <p:cNvSpPr txBox="1"/>
          <p:nvPr>
            <p:ph idx="4" type="title"/>
          </p:nvPr>
        </p:nvSpPr>
        <p:spPr>
          <a:xfrm>
            <a:off x="4853013" y="2743394"/>
            <a:ext cx="3492600" cy="768900"/>
          </a:xfrm>
          <a:prstGeom prst="rect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 sz="45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2" name="Google Shape;172;p52"/>
          <p:cNvSpPr txBox="1"/>
          <p:nvPr>
            <p:ph idx="5" type="subTitle"/>
          </p:nvPr>
        </p:nvSpPr>
        <p:spPr>
          <a:xfrm>
            <a:off x="4853013" y="3512292"/>
            <a:ext cx="34926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53"/>
          <p:cNvPicPr preferRelativeResize="0"/>
          <p:nvPr/>
        </p:nvPicPr>
        <p:blipFill rotWithShape="1">
          <a:blip r:embed="rId2">
            <a:alphaModFix/>
          </a:blip>
          <a:srcRect b="4259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53"/>
          <p:cNvSpPr txBox="1"/>
          <p:nvPr>
            <p:ph hasCustomPrompt="1" type="title"/>
          </p:nvPr>
        </p:nvSpPr>
        <p:spPr>
          <a:xfrm>
            <a:off x="1124700" y="1605338"/>
            <a:ext cx="6894600" cy="1193400"/>
          </a:xfrm>
          <a:prstGeom prst="rect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b="1" sz="74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76" name="Google Shape;176;p53"/>
          <p:cNvSpPr txBox="1"/>
          <p:nvPr>
            <p:ph idx="1" type="subTitle"/>
          </p:nvPr>
        </p:nvSpPr>
        <p:spPr>
          <a:xfrm>
            <a:off x="1124700" y="3041063"/>
            <a:ext cx="6894600" cy="4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54"/>
          <p:cNvPicPr preferRelativeResize="0"/>
          <p:nvPr/>
        </p:nvPicPr>
        <p:blipFill rotWithShape="1">
          <a:blip r:embed="rId2">
            <a:alphaModFix/>
          </a:blip>
          <a:srcRect b="4259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54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180" name="Google Shape;180;p54"/>
          <p:cNvGrpSpPr/>
          <p:nvPr/>
        </p:nvGrpSpPr>
        <p:grpSpPr>
          <a:xfrm>
            <a:off x="-9878" y="1"/>
            <a:ext cx="9154003" cy="5143507"/>
            <a:chOff x="-9878" y="1"/>
            <a:chExt cx="9154003" cy="5143507"/>
          </a:xfrm>
        </p:grpSpPr>
        <p:pic>
          <p:nvPicPr>
            <p:cNvPr id="181" name="Google Shape;181;p54"/>
            <p:cNvPicPr preferRelativeResize="0"/>
            <p:nvPr/>
          </p:nvPicPr>
          <p:blipFill rotWithShape="1">
            <a:blip r:embed="rId3">
              <a:alphaModFix/>
            </a:blip>
            <a:srcRect b="50880" l="11254" r="13011" t="0"/>
            <a:stretch/>
          </p:blipFill>
          <p:spPr>
            <a:xfrm rot="5400000">
              <a:off x="-173002" y="880074"/>
              <a:ext cx="732625" cy="4063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2" name="Google Shape;182;p54"/>
            <p:cNvPicPr preferRelativeResize="0"/>
            <p:nvPr/>
          </p:nvPicPr>
          <p:blipFill rotWithShape="1">
            <a:blip r:embed="rId4">
              <a:alphaModFix/>
            </a:blip>
            <a:srcRect b="65415" l="0" r="5516" t="-40484"/>
            <a:stretch/>
          </p:blipFill>
          <p:spPr>
            <a:xfrm rot="5400000">
              <a:off x="-252077" y="549276"/>
              <a:ext cx="1865925" cy="1381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3" name="Google Shape;183;p54"/>
            <p:cNvPicPr preferRelativeResize="0"/>
            <p:nvPr/>
          </p:nvPicPr>
          <p:blipFill rotWithShape="1">
            <a:blip r:embed="rId4">
              <a:alphaModFix/>
            </a:blip>
            <a:srcRect b="47015" l="48893" r="12333" t="1038"/>
            <a:stretch/>
          </p:blipFill>
          <p:spPr>
            <a:xfrm rot="5400000">
              <a:off x="128185" y="-138062"/>
              <a:ext cx="1112000" cy="13881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4" name="Google Shape;184;p54"/>
            <p:cNvPicPr preferRelativeResize="0"/>
            <p:nvPr/>
          </p:nvPicPr>
          <p:blipFill rotWithShape="1">
            <a:blip r:embed="rId5">
              <a:alphaModFix/>
            </a:blip>
            <a:srcRect b="50443" l="0" r="0" t="0"/>
            <a:stretch/>
          </p:blipFill>
          <p:spPr>
            <a:xfrm rot="5400000">
              <a:off x="-171901" y="701525"/>
              <a:ext cx="602100" cy="2780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5" name="Google Shape;185;p54"/>
            <p:cNvPicPr preferRelativeResize="0"/>
            <p:nvPr/>
          </p:nvPicPr>
          <p:blipFill rotWithShape="1">
            <a:blip r:embed="rId3">
              <a:alphaModFix/>
            </a:blip>
            <a:srcRect b="50880" l="11254" r="13011" t="0"/>
            <a:stretch/>
          </p:blipFill>
          <p:spPr>
            <a:xfrm rot="5400000">
              <a:off x="-144290" y="1246411"/>
              <a:ext cx="603700" cy="3348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6" name="Google Shape;186;p54"/>
            <p:cNvPicPr preferRelativeResize="0"/>
            <p:nvPr/>
          </p:nvPicPr>
          <p:blipFill rotWithShape="1">
            <a:blip r:embed="rId3">
              <a:alphaModFix/>
            </a:blip>
            <a:srcRect b="50880" l="11254" r="13011" t="0"/>
            <a:stretch/>
          </p:blipFill>
          <p:spPr>
            <a:xfrm rot="-5400000">
              <a:off x="8555335" y="3857059"/>
              <a:ext cx="732625" cy="4063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7" name="Google Shape;187;p54"/>
            <p:cNvPicPr preferRelativeResize="0"/>
            <p:nvPr/>
          </p:nvPicPr>
          <p:blipFill rotWithShape="1">
            <a:blip r:embed="rId4">
              <a:alphaModFix/>
            </a:blip>
            <a:srcRect b="65415" l="0" r="5516" t="-40484"/>
            <a:stretch/>
          </p:blipFill>
          <p:spPr>
            <a:xfrm rot="-5400000">
              <a:off x="7501110" y="3212706"/>
              <a:ext cx="1865925" cy="1381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8" name="Google Shape;188;p54"/>
            <p:cNvPicPr preferRelativeResize="0"/>
            <p:nvPr/>
          </p:nvPicPr>
          <p:blipFill rotWithShape="1">
            <a:blip r:embed="rId4">
              <a:alphaModFix/>
            </a:blip>
            <a:srcRect b="47015" l="48893" r="12333" t="1038"/>
            <a:stretch/>
          </p:blipFill>
          <p:spPr>
            <a:xfrm rot="-5400000">
              <a:off x="7874773" y="3893445"/>
              <a:ext cx="1112000" cy="13881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9" name="Google Shape;189;p54"/>
            <p:cNvPicPr preferRelativeResize="0"/>
            <p:nvPr/>
          </p:nvPicPr>
          <p:blipFill rotWithShape="1">
            <a:blip r:embed="rId5">
              <a:alphaModFix/>
            </a:blip>
            <a:srcRect b="50443" l="50093" r="0" t="0"/>
            <a:stretch/>
          </p:blipFill>
          <p:spPr>
            <a:xfrm rot="-5400000">
              <a:off x="8683088" y="4682466"/>
              <a:ext cx="478925" cy="4431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0" name="Google Shape;190;p54"/>
            <p:cNvPicPr preferRelativeResize="0"/>
            <p:nvPr/>
          </p:nvPicPr>
          <p:blipFill rotWithShape="1">
            <a:blip r:embed="rId3">
              <a:alphaModFix/>
            </a:blip>
            <a:srcRect b="50880" l="11254" r="13011" t="0"/>
            <a:stretch/>
          </p:blipFill>
          <p:spPr>
            <a:xfrm rot="-5400000">
              <a:off x="8655548" y="2743197"/>
              <a:ext cx="603700" cy="3348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0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55"/>
          <p:cNvPicPr preferRelativeResize="0"/>
          <p:nvPr/>
        </p:nvPicPr>
        <p:blipFill rotWithShape="1">
          <a:blip r:embed="rId2">
            <a:alphaModFix/>
          </a:blip>
          <a:srcRect b="4259" l="0" r="0" t="0"/>
          <a:stretch/>
        </p:blipFill>
        <p:spPr>
          <a:xfrm>
            <a:off x="1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55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194" name="Google Shape;194;p55"/>
          <p:cNvGrpSpPr/>
          <p:nvPr/>
        </p:nvGrpSpPr>
        <p:grpSpPr>
          <a:xfrm flipH="1" rot="10800000">
            <a:off x="-9878" y="1"/>
            <a:ext cx="9154003" cy="5143507"/>
            <a:chOff x="-9878" y="1"/>
            <a:chExt cx="9154003" cy="5143507"/>
          </a:xfrm>
        </p:grpSpPr>
        <p:pic>
          <p:nvPicPr>
            <p:cNvPr id="195" name="Google Shape;195;p55"/>
            <p:cNvPicPr preferRelativeResize="0"/>
            <p:nvPr/>
          </p:nvPicPr>
          <p:blipFill rotWithShape="1">
            <a:blip r:embed="rId3">
              <a:alphaModFix/>
            </a:blip>
            <a:srcRect b="50880" l="11254" r="13011" t="0"/>
            <a:stretch/>
          </p:blipFill>
          <p:spPr>
            <a:xfrm rot="5400000">
              <a:off x="-173002" y="880074"/>
              <a:ext cx="732625" cy="4063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6" name="Google Shape;196;p55"/>
            <p:cNvPicPr preferRelativeResize="0"/>
            <p:nvPr/>
          </p:nvPicPr>
          <p:blipFill rotWithShape="1">
            <a:blip r:embed="rId4">
              <a:alphaModFix/>
            </a:blip>
            <a:srcRect b="65415" l="0" r="5516" t="-40484"/>
            <a:stretch/>
          </p:blipFill>
          <p:spPr>
            <a:xfrm rot="5400000">
              <a:off x="-252077" y="549276"/>
              <a:ext cx="1865925" cy="1381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7" name="Google Shape;197;p55"/>
            <p:cNvPicPr preferRelativeResize="0"/>
            <p:nvPr/>
          </p:nvPicPr>
          <p:blipFill rotWithShape="1">
            <a:blip r:embed="rId4">
              <a:alphaModFix/>
            </a:blip>
            <a:srcRect b="47015" l="48893" r="12333" t="1038"/>
            <a:stretch/>
          </p:blipFill>
          <p:spPr>
            <a:xfrm rot="5400000">
              <a:off x="128185" y="-138062"/>
              <a:ext cx="1112000" cy="13881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8" name="Google Shape;198;p55"/>
            <p:cNvPicPr preferRelativeResize="0"/>
            <p:nvPr/>
          </p:nvPicPr>
          <p:blipFill rotWithShape="1">
            <a:blip r:embed="rId5">
              <a:alphaModFix/>
            </a:blip>
            <a:srcRect b="50443" l="0" r="0" t="0"/>
            <a:stretch/>
          </p:blipFill>
          <p:spPr>
            <a:xfrm rot="5400000">
              <a:off x="-171901" y="701525"/>
              <a:ext cx="602100" cy="2780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9" name="Google Shape;199;p55"/>
            <p:cNvPicPr preferRelativeResize="0"/>
            <p:nvPr/>
          </p:nvPicPr>
          <p:blipFill rotWithShape="1">
            <a:blip r:embed="rId3">
              <a:alphaModFix/>
            </a:blip>
            <a:srcRect b="50880" l="11254" r="13011" t="0"/>
            <a:stretch/>
          </p:blipFill>
          <p:spPr>
            <a:xfrm rot="5400000">
              <a:off x="-144290" y="1246411"/>
              <a:ext cx="603700" cy="3348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0" name="Google Shape;200;p55"/>
            <p:cNvPicPr preferRelativeResize="0"/>
            <p:nvPr/>
          </p:nvPicPr>
          <p:blipFill rotWithShape="1">
            <a:blip r:embed="rId3">
              <a:alphaModFix/>
            </a:blip>
            <a:srcRect b="50880" l="11254" r="13011" t="0"/>
            <a:stretch/>
          </p:blipFill>
          <p:spPr>
            <a:xfrm rot="-5400000">
              <a:off x="8555335" y="3857059"/>
              <a:ext cx="732625" cy="4063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1" name="Google Shape;201;p55"/>
            <p:cNvPicPr preferRelativeResize="0"/>
            <p:nvPr/>
          </p:nvPicPr>
          <p:blipFill rotWithShape="1">
            <a:blip r:embed="rId4">
              <a:alphaModFix/>
            </a:blip>
            <a:srcRect b="65415" l="0" r="5516" t="-40484"/>
            <a:stretch/>
          </p:blipFill>
          <p:spPr>
            <a:xfrm rot="-5400000">
              <a:off x="7501110" y="3212706"/>
              <a:ext cx="1865925" cy="1381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2" name="Google Shape;202;p55"/>
            <p:cNvPicPr preferRelativeResize="0"/>
            <p:nvPr/>
          </p:nvPicPr>
          <p:blipFill rotWithShape="1">
            <a:blip r:embed="rId4">
              <a:alphaModFix/>
            </a:blip>
            <a:srcRect b="47015" l="48893" r="12333" t="1038"/>
            <a:stretch/>
          </p:blipFill>
          <p:spPr>
            <a:xfrm rot="-5400000">
              <a:off x="7874773" y="3893445"/>
              <a:ext cx="1112000" cy="13881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3" name="Google Shape;203;p55"/>
            <p:cNvPicPr preferRelativeResize="0"/>
            <p:nvPr/>
          </p:nvPicPr>
          <p:blipFill rotWithShape="1">
            <a:blip r:embed="rId5">
              <a:alphaModFix/>
            </a:blip>
            <a:srcRect b="50443" l="50093" r="0" t="0"/>
            <a:stretch/>
          </p:blipFill>
          <p:spPr>
            <a:xfrm rot="-5400000">
              <a:off x="8683088" y="4682466"/>
              <a:ext cx="478925" cy="4431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4" name="Google Shape;204;p55"/>
            <p:cNvPicPr preferRelativeResize="0"/>
            <p:nvPr/>
          </p:nvPicPr>
          <p:blipFill rotWithShape="1">
            <a:blip r:embed="rId3">
              <a:alphaModFix/>
            </a:blip>
            <a:srcRect b="50880" l="11254" r="13011" t="0"/>
            <a:stretch/>
          </p:blipFill>
          <p:spPr>
            <a:xfrm rot="-5400000">
              <a:off x="8655548" y="2743197"/>
              <a:ext cx="603700" cy="3348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4_1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56"/>
          <p:cNvPicPr preferRelativeResize="0"/>
          <p:nvPr/>
        </p:nvPicPr>
        <p:blipFill rotWithShape="1">
          <a:blip r:embed="rId2">
            <a:alphaModFix/>
          </a:blip>
          <a:srcRect b="4259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56"/>
          <p:cNvSpPr txBox="1"/>
          <p:nvPr>
            <p:ph type="title"/>
          </p:nvPr>
        </p:nvSpPr>
        <p:spPr>
          <a:xfrm>
            <a:off x="713225" y="539500"/>
            <a:ext cx="2402100" cy="11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08" name="Google Shape;208;p56"/>
          <p:cNvSpPr txBox="1"/>
          <p:nvPr>
            <p:ph idx="1" type="subTitle"/>
          </p:nvPr>
        </p:nvSpPr>
        <p:spPr>
          <a:xfrm>
            <a:off x="713225" y="1799350"/>
            <a:ext cx="2402100" cy="10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209" name="Google Shape;209;p56"/>
          <p:cNvSpPr/>
          <p:nvPr>
            <p:ph idx="2" type="pic"/>
          </p:nvPr>
        </p:nvSpPr>
        <p:spPr>
          <a:xfrm>
            <a:off x="5629675" y="539500"/>
            <a:ext cx="2801100" cy="4064700"/>
          </a:xfrm>
          <a:prstGeom prst="rect">
            <a:avLst/>
          </a:prstGeom>
          <a:noFill/>
          <a:ln>
            <a:noFill/>
          </a:ln>
        </p:spPr>
      </p:sp>
      <p:sp>
        <p:nvSpPr>
          <p:cNvPr id="210" name="Google Shape;210;p56"/>
          <p:cNvSpPr/>
          <p:nvPr>
            <p:ph idx="3" type="pic"/>
          </p:nvPr>
        </p:nvSpPr>
        <p:spPr>
          <a:xfrm>
            <a:off x="3171450" y="539500"/>
            <a:ext cx="2304300" cy="2285700"/>
          </a:xfrm>
          <a:prstGeom prst="rect">
            <a:avLst/>
          </a:prstGeom>
          <a:noFill/>
          <a:ln>
            <a:noFill/>
          </a:ln>
        </p:spPr>
      </p:sp>
      <p:sp>
        <p:nvSpPr>
          <p:cNvPr id="211" name="Google Shape;211;p56"/>
          <p:cNvSpPr/>
          <p:nvPr>
            <p:ph idx="4" type="pic"/>
          </p:nvPr>
        </p:nvSpPr>
        <p:spPr>
          <a:xfrm>
            <a:off x="713225" y="2953775"/>
            <a:ext cx="2304300" cy="1650300"/>
          </a:xfrm>
          <a:prstGeom prst="rect">
            <a:avLst/>
          </a:prstGeom>
          <a:noFill/>
          <a:ln>
            <a:noFill/>
          </a:ln>
        </p:spPr>
      </p:sp>
      <p:sp>
        <p:nvSpPr>
          <p:cNvPr id="212" name="Google Shape;212;p56"/>
          <p:cNvSpPr/>
          <p:nvPr>
            <p:ph idx="5" type="pic"/>
          </p:nvPr>
        </p:nvSpPr>
        <p:spPr>
          <a:xfrm>
            <a:off x="3171450" y="2953775"/>
            <a:ext cx="2304300" cy="1650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57"/>
          <p:cNvPicPr preferRelativeResize="0"/>
          <p:nvPr/>
        </p:nvPicPr>
        <p:blipFill rotWithShape="1">
          <a:blip r:embed="rId2">
            <a:alphaModFix/>
          </a:blip>
          <a:srcRect b="4259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57"/>
          <p:cNvSpPr txBox="1"/>
          <p:nvPr>
            <p:ph type="title"/>
          </p:nvPr>
        </p:nvSpPr>
        <p:spPr>
          <a:xfrm>
            <a:off x="2347938" y="951250"/>
            <a:ext cx="4448100" cy="10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16" name="Google Shape;216;p57"/>
          <p:cNvSpPr txBox="1"/>
          <p:nvPr>
            <p:ph idx="1" type="subTitle"/>
          </p:nvPr>
        </p:nvSpPr>
        <p:spPr>
          <a:xfrm>
            <a:off x="2347900" y="1811197"/>
            <a:ext cx="4448100" cy="11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217" name="Google Shape;217;p57"/>
          <p:cNvSpPr txBox="1"/>
          <p:nvPr/>
        </p:nvSpPr>
        <p:spPr>
          <a:xfrm>
            <a:off x="2099100" y="361195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CREDITS:</a:t>
            </a:r>
            <a:r>
              <a:rPr b="0" i="0" lang="en" sz="1200" u="none" cap="none" strike="noStrike">
                <a:solidFill>
                  <a:schemeClr val="dk1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This presentation template was created by </a:t>
            </a:r>
            <a:r>
              <a:rPr b="1" i="0" lang="en" sz="1200" u="sng" cap="none" strike="noStrike">
                <a:solidFill>
                  <a:schemeClr val="hlink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  <a:hlinkClick r:id="rId3"/>
              </a:rPr>
              <a:t>Slidesgo</a:t>
            </a:r>
            <a:r>
              <a:rPr b="0" i="0" lang="en" sz="1200" u="none" cap="none" strike="noStrike">
                <a:solidFill>
                  <a:schemeClr val="dk1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, and includes icons by </a:t>
            </a:r>
            <a:r>
              <a:rPr b="1" i="0" lang="en" sz="1200" u="sng" cap="none" strike="noStrike">
                <a:solidFill>
                  <a:schemeClr val="dk1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0" i="0" lang="en" sz="1200" u="none" cap="none" strike="noStrike">
                <a:solidFill>
                  <a:schemeClr val="dk1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, and infographics &amp; images by </a:t>
            </a:r>
            <a:r>
              <a:rPr b="1" i="0" lang="en" sz="1200" u="sng" cap="none" strike="noStrike">
                <a:solidFill>
                  <a:schemeClr val="dk1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b="0" i="0" lang="en" sz="1200" u="sng" cap="none" strike="noStrike">
                <a:solidFill>
                  <a:schemeClr val="dk1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</a:t>
            </a:r>
            <a:endParaRPr b="1" i="0" sz="1200" u="sng" cap="none" strike="noStrike">
              <a:solidFill>
                <a:schemeClr val="dk1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_1_1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58"/>
          <p:cNvPicPr preferRelativeResize="0"/>
          <p:nvPr/>
        </p:nvPicPr>
        <p:blipFill rotWithShape="1">
          <a:blip r:embed="rId2">
            <a:alphaModFix/>
          </a:blip>
          <a:srcRect b="4259" l="0" r="0" t="0"/>
          <a:stretch/>
        </p:blipFill>
        <p:spPr>
          <a:xfrm>
            <a:off x="1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58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221" name="Google Shape;221;p58"/>
          <p:cNvGrpSpPr/>
          <p:nvPr/>
        </p:nvGrpSpPr>
        <p:grpSpPr>
          <a:xfrm flipH="1" rot="10800000">
            <a:off x="-9878" y="1"/>
            <a:ext cx="9154003" cy="5143507"/>
            <a:chOff x="-9878" y="1"/>
            <a:chExt cx="9154003" cy="5143507"/>
          </a:xfrm>
        </p:grpSpPr>
        <p:pic>
          <p:nvPicPr>
            <p:cNvPr id="222" name="Google Shape;222;p58"/>
            <p:cNvPicPr preferRelativeResize="0"/>
            <p:nvPr/>
          </p:nvPicPr>
          <p:blipFill rotWithShape="1">
            <a:blip r:embed="rId3">
              <a:alphaModFix/>
            </a:blip>
            <a:srcRect b="50880" l="11254" r="13011" t="0"/>
            <a:stretch/>
          </p:blipFill>
          <p:spPr>
            <a:xfrm rot="5400000">
              <a:off x="-173002" y="880074"/>
              <a:ext cx="732625" cy="4063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3" name="Google Shape;223;p58"/>
            <p:cNvPicPr preferRelativeResize="0"/>
            <p:nvPr/>
          </p:nvPicPr>
          <p:blipFill rotWithShape="1">
            <a:blip r:embed="rId4">
              <a:alphaModFix/>
            </a:blip>
            <a:srcRect b="65415" l="0" r="5516" t="-40484"/>
            <a:stretch/>
          </p:blipFill>
          <p:spPr>
            <a:xfrm rot="5400000">
              <a:off x="-252077" y="549276"/>
              <a:ext cx="1865925" cy="1381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4" name="Google Shape;224;p58"/>
            <p:cNvPicPr preferRelativeResize="0"/>
            <p:nvPr/>
          </p:nvPicPr>
          <p:blipFill rotWithShape="1">
            <a:blip r:embed="rId4">
              <a:alphaModFix/>
            </a:blip>
            <a:srcRect b="47015" l="48893" r="12333" t="1038"/>
            <a:stretch/>
          </p:blipFill>
          <p:spPr>
            <a:xfrm rot="5400000">
              <a:off x="128185" y="-138062"/>
              <a:ext cx="1112000" cy="13881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5" name="Google Shape;225;p58"/>
            <p:cNvPicPr preferRelativeResize="0"/>
            <p:nvPr/>
          </p:nvPicPr>
          <p:blipFill rotWithShape="1">
            <a:blip r:embed="rId5">
              <a:alphaModFix/>
            </a:blip>
            <a:srcRect b="50443" l="0" r="0" t="0"/>
            <a:stretch/>
          </p:blipFill>
          <p:spPr>
            <a:xfrm rot="5400000">
              <a:off x="-171901" y="701525"/>
              <a:ext cx="602100" cy="2780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6" name="Google Shape;226;p58"/>
            <p:cNvPicPr preferRelativeResize="0"/>
            <p:nvPr/>
          </p:nvPicPr>
          <p:blipFill rotWithShape="1">
            <a:blip r:embed="rId3">
              <a:alphaModFix/>
            </a:blip>
            <a:srcRect b="50880" l="11254" r="13011" t="0"/>
            <a:stretch/>
          </p:blipFill>
          <p:spPr>
            <a:xfrm rot="5400000">
              <a:off x="-144290" y="1246411"/>
              <a:ext cx="603700" cy="3348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7" name="Google Shape;227;p58"/>
            <p:cNvPicPr preferRelativeResize="0"/>
            <p:nvPr/>
          </p:nvPicPr>
          <p:blipFill rotWithShape="1">
            <a:blip r:embed="rId3">
              <a:alphaModFix/>
            </a:blip>
            <a:srcRect b="50880" l="11254" r="13011" t="0"/>
            <a:stretch/>
          </p:blipFill>
          <p:spPr>
            <a:xfrm rot="-5400000">
              <a:off x="8555335" y="3857059"/>
              <a:ext cx="732625" cy="4063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8" name="Google Shape;228;p58"/>
            <p:cNvPicPr preferRelativeResize="0"/>
            <p:nvPr/>
          </p:nvPicPr>
          <p:blipFill rotWithShape="1">
            <a:blip r:embed="rId4">
              <a:alphaModFix/>
            </a:blip>
            <a:srcRect b="65415" l="0" r="5516" t="-40484"/>
            <a:stretch/>
          </p:blipFill>
          <p:spPr>
            <a:xfrm rot="-5400000">
              <a:off x="7501110" y="3212706"/>
              <a:ext cx="1865925" cy="1381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9" name="Google Shape;229;p58"/>
            <p:cNvPicPr preferRelativeResize="0"/>
            <p:nvPr/>
          </p:nvPicPr>
          <p:blipFill rotWithShape="1">
            <a:blip r:embed="rId4">
              <a:alphaModFix/>
            </a:blip>
            <a:srcRect b="47015" l="48893" r="12333" t="1038"/>
            <a:stretch/>
          </p:blipFill>
          <p:spPr>
            <a:xfrm rot="-5400000">
              <a:off x="7874773" y="3893445"/>
              <a:ext cx="1112000" cy="13881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0" name="Google Shape;230;p58"/>
            <p:cNvPicPr preferRelativeResize="0"/>
            <p:nvPr/>
          </p:nvPicPr>
          <p:blipFill rotWithShape="1">
            <a:blip r:embed="rId5">
              <a:alphaModFix/>
            </a:blip>
            <a:srcRect b="50443" l="50093" r="0" t="0"/>
            <a:stretch/>
          </p:blipFill>
          <p:spPr>
            <a:xfrm rot="-5400000">
              <a:off x="8683088" y="4682466"/>
              <a:ext cx="478925" cy="4431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1" name="Google Shape;231;p58"/>
            <p:cNvPicPr preferRelativeResize="0"/>
            <p:nvPr/>
          </p:nvPicPr>
          <p:blipFill rotWithShape="1">
            <a:blip r:embed="rId3">
              <a:alphaModFix/>
            </a:blip>
            <a:srcRect b="50880" l="11254" r="13011" t="0"/>
            <a:stretch/>
          </p:blipFill>
          <p:spPr>
            <a:xfrm rot="-5400000">
              <a:off x="8655548" y="2743197"/>
              <a:ext cx="603700" cy="3348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2" name="Google Shape;232;p58"/>
          <p:cNvSpPr txBox="1"/>
          <p:nvPr>
            <p:ph idx="1" type="subTitle"/>
          </p:nvPr>
        </p:nvSpPr>
        <p:spPr>
          <a:xfrm>
            <a:off x="720000" y="1206950"/>
            <a:ext cx="7704000" cy="26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62"/>
          <p:cNvPicPr preferRelativeResize="0"/>
          <p:nvPr/>
        </p:nvPicPr>
        <p:blipFill rotWithShape="1">
          <a:blip r:embed="rId2">
            <a:alphaModFix/>
          </a:blip>
          <a:srcRect b="4259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62"/>
          <p:cNvSpPr txBox="1"/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63"/>
          <p:cNvPicPr preferRelativeResize="0"/>
          <p:nvPr/>
        </p:nvPicPr>
        <p:blipFill rotWithShape="1">
          <a:blip r:embed="rId2">
            <a:alphaModFix/>
          </a:blip>
          <a:srcRect b="4259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63"/>
          <p:cNvSpPr txBox="1"/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5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9" name="Google Shape;239;p63"/>
          <p:cNvSpPr txBox="1"/>
          <p:nvPr>
            <p:ph idx="1" type="subTitle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64"/>
          <p:cNvPicPr preferRelativeResize="0"/>
          <p:nvPr/>
        </p:nvPicPr>
        <p:blipFill rotWithShape="1">
          <a:blip r:embed="rId2">
            <a:alphaModFix/>
          </a:blip>
          <a:srcRect b="4259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64"/>
          <p:cNvSpPr txBox="1"/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Google Shape;245;p66"/>
          <p:cNvPicPr preferRelativeResize="0"/>
          <p:nvPr/>
        </p:nvPicPr>
        <p:blipFill rotWithShape="1">
          <a:blip r:embed="rId2">
            <a:alphaModFix/>
          </a:blip>
          <a:srcRect b="4259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66"/>
          <p:cNvPicPr preferRelativeResize="0"/>
          <p:nvPr/>
        </p:nvPicPr>
        <p:blipFill rotWithShape="1">
          <a:blip r:embed="rId3">
            <a:alphaModFix/>
          </a:blip>
          <a:srcRect b="50880" l="11254" r="13011" t="0"/>
          <a:stretch/>
        </p:blipFill>
        <p:spPr>
          <a:xfrm rot="5400000">
            <a:off x="-173002" y="880074"/>
            <a:ext cx="732625" cy="40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66"/>
          <p:cNvPicPr preferRelativeResize="0"/>
          <p:nvPr/>
        </p:nvPicPr>
        <p:blipFill rotWithShape="1">
          <a:blip r:embed="rId4">
            <a:alphaModFix/>
          </a:blip>
          <a:srcRect b="65415" l="0" r="5516" t="-40484"/>
          <a:stretch/>
        </p:blipFill>
        <p:spPr>
          <a:xfrm rot="5400000">
            <a:off x="-252077" y="549276"/>
            <a:ext cx="1865925" cy="138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66"/>
          <p:cNvPicPr preferRelativeResize="0"/>
          <p:nvPr/>
        </p:nvPicPr>
        <p:blipFill rotWithShape="1">
          <a:blip r:embed="rId4">
            <a:alphaModFix/>
          </a:blip>
          <a:srcRect b="47015" l="48893" r="12333" t="1038"/>
          <a:stretch/>
        </p:blipFill>
        <p:spPr>
          <a:xfrm rot="5400000">
            <a:off x="128185" y="-138062"/>
            <a:ext cx="1112000" cy="138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66"/>
          <p:cNvPicPr preferRelativeResize="0"/>
          <p:nvPr/>
        </p:nvPicPr>
        <p:blipFill rotWithShape="1">
          <a:blip r:embed="rId5">
            <a:alphaModFix/>
          </a:blip>
          <a:srcRect b="50443" l="0" r="0" t="0"/>
          <a:stretch/>
        </p:blipFill>
        <p:spPr>
          <a:xfrm rot="5400000">
            <a:off x="-171901" y="701525"/>
            <a:ext cx="602100" cy="278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66"/>
          <p:cNvPicPr preferRelativeResize="0"/>
          <p:nvPr/>
        </p:nvPicPr>
        <p:blipFill rotWithShape="1">
          <a:blip r:embed="rId3">
            <a:alphaModFix/>
          </a:blip>
          <a:srcRect b="50880" l="11254" r="13011" t="0"/>
          <a:stretch/>
        </p:blipFill>
        <p:spPr>
          <a:xfrm rot="5400000">
            <a:off x="-144290" y="1246411"/>
            <a:ext cx="603700" cy="334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66"/>
          <p:cNvPicPr preferRelativeResize="0"/>
          <p:nvPr/>
        </p:nvPicPr>
        <p:blipFill rotWithShape="1">
          <a:blip r:embed="rId3">
            <a:alphaModFix/>
          </a:blip>
          <a:srcRect b="50880" l="11254" r="13011" t="0"/>
          <a:stretch/>
        </p:blipFill>
        <p:spPr>
          <a:xfrm rot="-5400000">
            <a:off x="8555335" y="3857059"/>
            <a:ext cx="732625" cy="40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66"/>
          <p:cNvPicPr preferRelativeResize="0"/>
          <p:nvPr/>
        </p:nvPicPr>
        <p:blipFill rotWithShape="1">
          <a:blip r:embed="rId4">
            <a:alphaModFix/>
          </a:blip>
          <a:srcRect b="65415" l="0" r="5516" t="-40484"/>
          <a:stretch/>
        </p:blipFill>
        <p:spPr>
          <a:xfrm rot="-5400000">
            <a:off x="7501110" y="3212706"/>
            <a:ext cx="1865925" cy="138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66"/>
          <p:cNvPicPr preferRelativeResize="0"/>
          <p:nvPr/>
        </p:nvPicPr>
        <p:blipFill rotWithShape="1">
          <a:blip r:embed="rId4">
            <a:alphaModFix/>
          </a:blip>
          <a:srcRect b="47015" l="48893" r="12333" t="1038"/>
          <a:stretch/>
        </p:blipFill>
        <p:spPr>
          <a:xfrm rot="-5400000">
            <a:off x="7874773" y="3893445"/>
            <a:ext cx="1112000" cy="138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66"/>
          <p:cNvPicPr preferRelativeResize="0"/>
          <p:nvPr/>
        </p:nvPicPr>
        <p:blipFill rotWithShape="1">
          <a:blip r:embed="rId5">
            <a:alphaModFix/>
          </a:blip>
          <a:srcRect b="50443" l="50093" r="0" t="0"/>
          <a:stretch/>
        </p:blipFill>
        <p:spPr>
          <a:xfrm rot="-5400000">
            <a:off x="8683088" y="4682466"/>
            <a:ext cx="478925" cy="443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66"/>
          <p:cNvPicPr preferRelativeResize="0"/>
          <p:nvPr/>
        </p:nvPicPr>
        <p:blipFill rotWithShape="1">
          <a:blip r:embed="rId3">
            <a:alphaModFix/>
          </a:blip>
          <a:srcRect b="50880" l="11254" r="13011" t="0"/>
          <a:stretch/>
        </p:blipFill>
        <p:spPr>
          <a:xfrm rot="-5400000">
            <a:off x="8655548" y="2743197"/>
            <a:ext cx="603700" cy="334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Google Shape;257;p67"/>
          <p:cNvPicPr preferRelativeResize="0"/>
          <p:nvPr/>
        </p:nvPicPr>
        <p:blipFill rotWithShape="1">
          <a:blip r:embed="rId2">
            <a:alphaModFix/>
          </a:blip>
          <a:srcRect b="4259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8" name="Google Shape;258;p67"/>
          <p:cNvGrpSpPr/>
          <p:nvPr/>
        </p:nvGrpSpPr>
        <p:grpSpPr>
          <a:xfrm>
            <a:off x="6" y="3736089"/>
            <a:ext cx="2534723" cy="1407415"/>
            <a:chOff x="6" y="3736089"/>
            <a:chExt cx="2534723" cy="1407415"/>
          </a:xfrm>
        </p:grpSpPr>
        <p:pic>
          <p:nvPicPr>
            <p:cNvPr id="259" name="Google Shape;259;p67"/>
            <p:cNvPicPr preferRelativeResize="0"/>
            <p:nvPr/>
          </p:nvPicPr>
          <p:blipFill rotWithShape="1">
            <a:blip r:embed="rId3">
              <a:alphaModFix/>
            </a:blip>
            <a:srcRect b="50880" l="11254" r="13011" t="0"/>
            <a:stretch/>
          </p:blipFill>
          <p:spPr>
            <a:xfrm>
              <a:off x="716955" y="4717839"/>
              <a:ext cx="732625" cy="4063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0" name="Google Shape;260;p67"/>
            <p:cNvPicPr preferRelativeResize="0"/>
            <p:nvPr/>
          </p:nvPicPr>
          <p:blipFill rotWithShape="1">
            <a:blip r:embed="rId4">
              <a:alphaModFix/>
            </a:blip>
            <a:srcRect b="65415" l="0" r="5516" t="-40484"/>
            <a:stretch/>
          </p:blipFill>
          <p:spPr>
            <a:xfrm>
              <a:off x="307083" y="3742688"/>
              <a:ext cx="1865925" cy="1381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1" name="Google Shape;261;p67"/>
            <p:cNvPicPr preferRelativeResize="0"/>
            <p:nvPr/>
          </p:nvPicPr>
          <p:blipFill rotWithShape="1">
            <a:blip r:embed="rId4">
              <a:alphaModFix/>
            </a:blip>
            <a:srcRect b="47015" l="48893" r="12333" t="1038"/>
            <a:stretch/>
          </p:blipFill>
          <p:spPr>
            <a:xfrm>
              <a:off x="6" y="3736089"/>
              <a:ext cx="1112000" cy="13881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2" name="Google Shape;262;p67"/>
            <p:cNvPicPr preferRelativeResize="0"/>
            <p:nvPr/>
          </p:nvPicPr>
          <p:blipFill rotWithShape="1">
            <a:blip r:embed="rId5">
              <a:alphaModFix/>
            </a:blip>
            <a:srcRect b="50443" l="50093" r="0" t="0"/>
            <a:stretch/>
          </p:blipFill>
          <p:spPr>
            <a:xfrm>
              <a:off x="10" y="4700354"/>
              <a:ext cx="478925" cy="4431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3" name="Google Shape;263;p67"/>
            <p:cNvPicPr preferRelativeResize="0"/>
            <p:nvPr/>
          </p:nvPicPr>
          <p:blipFill rotWithShape="1">
            <a:blip r:embed="rId3">
              <a:alphaModFix/>
            </a:blip>
            <a:srcRect b="50880" l="11254" r="13011" t="0"/>
            <a:stretch/>
          </p:blipFill>
          <p:spPr>
            <a:xfrm>
              <a:off x="1931029" y="4789339"/>
              <a:ext cx="603700" cy="3348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64" name="Google Shape;264;p67"/>
          <p:cNvGrpSpPr/>
          <p:nvPr/>
        </p:nvGrpSpPr>
        <p:grpSpPr>
          <a:xfrm rot="10800000">
            <a:off x="6609281" y="-11"/>
            <a:ext cx="2534723" cy="1407415"/>
            <a:chOff x="6" y="3736089"/>
            <a:chExt cx="2534723" cy="1407415"/>
          </a:xfrm>
        </p:grpSpPr>
        <p:pic>
          <p:nvPicPr>
            <p:cNvPr id="265" name="Google Shape;265;p67"/>
            <p:cNvPicPr preferRelativeResize="0"/>
            <p:nvPr/>
          </p:nvPicPr>
          <p:blipFill rotWithShape="1">
            <a:blip r:embed="rId3">
              <a:alphaModFix/>
            </a:blip>
            <a:srcRect b="50880" l="11254" r="13011" t="0"/>
            <a:stretch/>
          </p:blipFill>
          <p:spPr>
            <a:xfrm>
              <a:off x="716955" y="4717839"/>
              <a:ext cx="732625" cy="4063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6" name="Google Shape;266;p67"/>
            <p:cNvPicPr preferRelativeResize="0"/>
            <p:nvPr/>
          </p:nvPicPr>
          <p:blipFill rotWithShape="1">
            <a:blip r:embed="rId4">
              <a:alphaModFix/>
            </a:blip>
            <a:srcRect b="65415" l="0" r="5516" t="-40484"/>
            <a:stretch/>
          </p:blipFill>
          <p:spPr>
            <a:xfrm>
              <a:off x="307083" y="3742688"/>
              <a:ext cx="1865925" cy="1381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7" name="Google Shape;267;p67"/>
            <p:cNvPicPr preferRelativeResize="0"/>
            <p:nvPr/>
          </p:nvPicPr>
          <p:blipFill rotWithShape="1">
            <a:blip r:embed="rId4">
              <a:alphaModFix/>
            </a:blip>
            <a:srcRect b="47015" l="48893" r="12333" t="1038"/>
            <a:stretch/>
          </p:blipFill>
          <p:spPr>
            <a:xfrm>
              <a:off x="6" y="3736089"/>
              <a:ext cx="1112000" cy="13881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8" name="Google Shape;268;p67"/>
            <p:cNvPicPr preferRelativeResize="0"/>
            <p:nvPr/>
          </p:nvPicPr>
          <p:blipFill rotWithShape="1">
            <a:blip r:embed="rId5">
              <a:alphaModFix/>
            </a:blip>
            <a:srcRect b="50443" l="50093" r="0" t="0"/>
            <a:stretch/>
          </p:blipFill>
          <p:spPr>
            <a:xfrm>
              <a:off x="10" y="4700354"/>
              <a:ext cx="478925" cy="4431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9" name="Google Shape;269;p67"/>
            <p:cNvPicPr preferRelativeResize="0"/>
            <p:nvPr/>
          </p:nvPicPr>
          <p:blipFill rotWithShape="1">
            <a:blip r:embed="rId3">
              <a:alphaModFix/>
            </a:blip>
            <a:srcRect b="50880" l="11254" r="13011" t="0"/>
            <a:stretch/>
          </p:blipFill>
          <p:spPr>
            <a:xfrm>
              <a:off x="1931029" y="4789339"/>
              <a:ext cx="603700" cy="3348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24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1"/>
          <p:cNvSpPr txBox="1"/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layfair Display"/>
              <a:buNone/>
              <a:defRPr b="0" i="0" sz="30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layfair Display"/>
              <a:buNone/>
              <a:defRPr b="0" i="0" sz="30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layfair Display"/>
              <a:buNone/>
              <a:defRPr b="0" i="0" sz="30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layfair Display"/>
              <a:buNone/>
              <a:defRPr b="0" i="0" sz="30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layfair Display"/>
              <a:buNone/>
              <a:defRPr b="0" i="0" sz="30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layfair Display"/>
              <a:buNone/>
              <a:defRPr b="0" i="0" sz="30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layfair Display"/>
              <a:buNone/>
              <a:defRPr b="0" i="0" sz="30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layfair Display"/>
              <a:buNone/>
              <a:defRPr b="0" i="0" sz="30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layfair Display"/>
              <a:buNone/>
              <a:defRPr b="0" i="0" sz="30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7" name="Google Shape;7;p4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tkinson Hyperlegible"/>
              <a:buChar char="●"/>
              <a:defRPr b="0" i="0" sz="1200" u="none" cap="none" strike="noStrike">
                <a:solidFill>
                  <a:schemeClr val="dk1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1pPr>
            <a:lvl2pPr indent="-304800" lvl="1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tkinson Hyperlegible"/>
              <a:buChar char="○"/>
              <a:defRPr b="0" i="0" sz="1200" u="none" cap="none" strike="noStrike">
                <a:solidFill>
                  <a:schemeClr val="dk1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tkinson Hyperlegible"/>
              <a:buChar char="■"/>
              <a:defRPr b="0" i="0" sz="1200" u="none" cap="none" strike="noStrike">
                <a:solidFill>
                  <a:schemeClr val="dk1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tkinson Hyperlegible"/>
              <a:buChar char="●"/>
              <a:defRPr b="0" i="0" sz="1200" u="none" cap="none" strike="noStrike">
                <a:solidFill>
                  <a:schemeClr val="dk1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tkinson Hyperlegible"/>
              <a:buChar char="○"/>
              <a:defRPr b="0" i="0" sz="1200" u="none" cap="none" strike="noStrike">
                <a:solidFill>
                  <a:schemeClr val="dk1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tkinson Hyperlegible"/>
              <a:buChar char="■"/>
              <a:defRPr b="0" i="0" sz="1200" u="none" cap="none" strike="noStrike">
                <a:solidFill>
                  <a:schemeClr val="dk1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tkinson Hyperlegible"/>
              <a:buChar char="●"/>
              <a:defRPr b="0" i="0" sz="1200" u="none" cap="none" strike="noStrike">
                <a:solidFill>
                  <a:schemeClr val="dk1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tkinson Hyperlegible"/>
              <a:buChar char="○"/>
              <a:defRPr b="0" i="0" sz="1200" u="none" cap="none" strike="noStrike">
                <a:solidFill>
                  <a:schemeClr val="dk1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Atkinson Hyperlegible"/>
              <a:buChar char="■"/>
              <a:defRPr b="0" i="0" sz="1200" u="none" cap="none" strike="noStrike">
                <a:solidFill>
                  <a:schemeClr val="dk1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15.png"/><Relationship Id="rId5" Type="http://schemas.openxmlformats.org/officeDocument/2006/relationships/image" Target="../media/image3.png"/><Relationship Id="rId6" Type="http://schemas.openxmlformats.org/officeDocument/2006/relationships/image" Target="../media/image17.png"/><Relationship Id="rId7" Type="http://schemas.openxmlformats.org/officeDocument/2006/relationships/image" Target="../media/image11.png"/><Relationship Id="rId8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0" Type="http://schemas.openxmlformats.org/officeDocument/2006/relationships/image" Target="../media/image21.png"/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12.png"/><Relationship Id="rId5" Type="http://schemas.openxmlformats.org/officeDocument/2006/relationships/image" Target="../media/image3.png"/><Relationship Id="rId6" Type="http://schemas.openxmlformats.org/officeDocument/2006/relationships/image" Target="../media/image19.png"/><Relationship Id="rId7" Type="http://schemas.openxmlformats.org/officeDocument/2006/relationships/image" Target="../media/image6.png"/><Relationship Id="rId8" Type="http://schemas.openxmlformats.org/officeDocument/2006/relationships/image" Target="../media/image1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20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20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20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20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20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20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20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"/>
          <p:cNvSpPr txBox="1"/>
          <p:nvPr>
            <p:ph type="ctrTitle"/>
          </p:nvPr>
        </p:nvSpPr>
        <p:spPr>
          <a:xfrm>
            <a:off x="3462725" y="1121425"/>
            <a:ext cx="4813200" cy="2231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" sz="3000"/>
              <a:t>Factors Influencing the TSR of Listed Real Estate Companies</a:t>
            </a:r>
            <a:endParaRPr sz="3000"/>
          </a:p>
        </p:txBody>
      </p:sp>
      <p:sp>
        <p:nvSpPr>
          <p:cNvPr id="275" name="Google Shape;275;p1"/>
          <p:cNvSpPr txBox="1"/>
          <p:nvPr>
            <p:ph idx="1" type="subTitle"/>
          </p:nvPr>
        </p:nvSpPr>
        <p:spPr>
          <a:xfrm>
            <a:off x="3462725" y="3546275"/>
            <a:ext cx="4528800" cy="4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Zhaoyang Lin, Tianxiao He, Xinying Hu</a:t>
            </a:r>
            <a:endParaRPr/>
          </a:p>
        </p:txBody>
      </p:sp>
      <p:grpSp>
        <p:nvGrpSpPr>
          <p:cNvPr id="276" name="Google Shape;276;p1"/>
          <p:cNvGrpSpPr/>
          <p:nvPr/>
        </p:nvGrpSpPr>
        <p:grpSpPr>
          <a:xfrm>
            <a:off x="-22735" y="-1"/>
            <a:ext cx="3364110" cy="5187250"/>
            <a:chOff x="-22735" y="0"/>
            <a:chExt cx="3364110" cy="5187250"/>
          </a:xfrm>
        </p:grpSpPr>
        <p:pic>
          <p:nvPicPr>
            <p:cNvPr id="277" name="Google Shape;277;p1"/>
            <p:cNvPicPr preferRelativeResize="0"/>
            <p:nvPr/>
          </p:nvPicPr>
          <p:blipFill rotWithShape="1">
            <a:blip r:embed="rId3">
              <a:alphaModFix/>
            </a:blip>
            <a:srcRect b="30034" l="5517" r="0" t="-5104"/>
            <a:stretch/>
          </p:blipFill>
          <p:spPr>
            <a:xfrm rot="5400000">
              <a:off x="-539655" y="1113340"/>
              <a:ext cx="3981888" cy="294800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8" name="Google Shape;278;p1"/>
            <p:cNvPicPr preferRelativeResize="0"/>
            <p:nvPr/>
          </p:nvPicPr>
          <p:blipFill rotWithShape="1">
            <a:blip r:embed="rId4">
              <a:alphaModFix/>
            </a:blip>
            <a:srcRect b="50880" l="11254" r="13011" t="0"/>
            <a:stretch/>
          </p:blipFill>
          <p:spPr>
            <a:xfrm rot="5400000">
              <a:off x="-600537" y="1202811"/>
              <a:ext cx="2723513" cy="15106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9" name="Google Shape;279;p1"/>
            <p:cNvPicPr preferRelativeResize="0"/>
            <p:nvPr/>
          </p:nvPicPr>
          <p:blipFill rotWithShape="1">
            <a:blip r:embed="rId3">
              <a:alphaModFix/>
            </a:blip>
            <a:srcRect b="50813" l="0" r="0" t="4102"/>
            <a:stretch/>
          </p:blipFill>
          <p:spPr>
            <a:xfrm rot="5400000">
              <a:off x="-1036776" y="2590637"/>
              <a:ext cx="3595978" cy="15106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0" name="Google Shape;280;p1"/>
            <p:cNvPicPr preferRelativeResize="0"/>
            <p:nvPr/>
          </p:nvPicPr>
          <p:blipFill rotWithShape="1">
            <a:blip r:embed="rId3">
              <a:alphaModFix/>
            </a:blip>
            <a:srcRect b="30034" l="5516" r="37550" t="-5104"/>
            <a:stretch/>
          </p:blipFill>
          <p:spPr>
            <a:xfrm rot="5400000">
              <a:off x="251575" y="2465300"/>
              <a:ext cx="2399450" cy="29480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81" name="Google Shape;281;p1"/>
            <p:cNvGrpSpPr/>
            <p:nvPr/>
          </p:nvGrpSpPr>
          <p:grpSpPr>
            <a:xfrm rot="-5400000">
              <a:off x="-599782" y="2439476"/>
              <a:ext cx="3281550" cy="2127456"/>
              <a:chOff x="-8" y="0"/>
              <a:chExt cx="3281550" cy="2127456"/>
            </a:xfrm>
          </p:grpSpPr>
          <p:pic>
            <p:nvPicPr>
              <p:cNvPr id="282" name="Google Shape;282;p1"/>
              <p:cNvPicPr preferRelativeResize="0"/>
              <p:nvPr/>
            </p:nvPicPr>
            <p:blipFill rotWithShape="1">
              <a:blip r:embed="rId3">
                <a:alphaModFix/>
              </a:blip>
              <a:srcRect b="30034" l="5517" r="0" t="-5104"/>
              <a:stretch/>
            </p:blipFill>
            <p:spPr>
              <a:xfrm rot="10800000">
                <a:off x="408192" y="0"/>
                <a:ext cx="2873350" cy="21274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83" name="Google Shape;283;p1"/>
              <p:cNvPicPr preferRelativeResize="0"/>
              <p:nvPr/>
            </p:nvPicPr>
            <p:blipFill rotWithShape="1">
              <a:blip r:embed="rId4">
                <a:alphaModFix/>
              </a:blip>
              <a:srcRect b="50880" l="11254" r="13011" t="0"/>
              <a:stretch/>
            </p:blipFill>
            <p:spPr>
              <a:xfrm rot="10800000">
                <a:off x="1316242" y="20631"/>
                <a:ext cx="1965300" cy="10902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84" name="Google Shape;284;p1"/>
              <p:cNvPicPr preferRelativeResize="0"/>
              <p:nvPr/>
            </p:nvPicPr>
            <p:blipFill rotWithShape="1">
              <a:blip r:embed="rId3">
                <a:alphaModFix/>
              </a:blip>
              <a:srcRect b="50813" l="0" r="0" t="4102"/>
              <a:stretch/>
            </p:blipFill>
            <p:spPr>
              <a:xfrm rot="10800000">
                <a:off x="-8" y="20626"/>
                <a:ext cx="2594875" cy="10902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85" name="Google Shape;285;p1"/>
              <p:cNvPicPr preferRelativeResize="0"/>
              <p:nvPr/>
            </p:nvPicPr>
            <p:blipFill rotWithShape="1">
              <a:blip r:embed="rId3">
                <a:alphaModFix/>
              </a:blip>
              <a:srcRect b="30034" l="5518" r="50851" t="-5104"/>
              <a:stretch/>
            </p:blipFill>
            <p:spPr>
              <a:xfrm rot="10800000">
                <a:off x="408192" y="6"/>
                <a:ext cx="1326825" cy="21274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86" name="Google Shape;286;p1"/>
              <p:cNvPicPr preferRelativeResize="0"/>
              <p:nvPr/>
            </p:nvPicPr>
            <p:blipFill rotWithShape="1">
              <a:blip r:embed="rId5">
                <a:alphaModFix/>
              </a:blip>
              <a:srcRect b="50443" l="0" r="0" t="0"/>
              <a:stretch/>
            </p:blipFill>
            <p:spPr>
              <a:xfrm rot="10800000">
                <a:off x="5" y="6"/>
                <a:ext cx="1651475" cy="762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87" name="Google Shape;287;p1"/>
              <p:cNvPicPr preferRelativeResize="0"/>
              <p:nvPr/>
            </p:nvPicPr>
            <p:blipFill rotWithShape="1">
              <a:blip r:embed="rId5">
                <a:alphaModFix/>
              </a:blip>
              <a:srcRect b="50443" l="0" r="0" t="0"/>
              <a:stretch/>
            </p:blipFill>
            <p:spPr>
              <a:xfrm rot="10800000">
                <a:off x="5" y="682393"/>
                <a:ext cx="1651475" cy="7626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288" name="Google Shape;288;p1"/>
            <p:cNvPicPr preferRelativeResize="0"/>
            <p:nvPr/>
          </p:nvPicPr>
          <p:blipFill rotWithShape="1">
            <a:blip r:embed="rId3">
              <a:alphaModFix/>
            </a:blip>
            <a:srcRect b="47015" l="35435" r="-10067" t="1038"/>
            <a:stretch/>
          </p:blipFill>
          <p:spPr>
            <a:xfrm rot="5400000">
              <a:off x="-934288" y="911587"/>
              <a:ext cx="5187250" cy="33640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9" name="Google Shape;289;p1"/>
            <p:cNvPicPr preferRelativeResize="0"/>
            <p:nvPr/>
          </p:nvPicPr>
          <p:blipFill rotWithShape="1">
            <a:blip r:embed="rId5">
              <a:alphaModFix/>
            </a:blip>
            <a:srcRect b="50443" l="0" r="0" t="0"/>
            <a:stretch/>
          </p:blipFill>
          <p:spPr>
            <a:xfrm rot="5400000">
              <a:off x="-280950" y="996475"/>
              <a:ext cx="959650" cy="4431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0" name="Google Shape;290;p1"/>
            <p:cNvPicPr preferRelativeResize="0"/>
            <p:nvPr/>
          </p:nvPicPr>
          <p:blipFill rotWithShape="1">
            <a:blip r:embed="rId5">
              <a:alphaModFix/>
            </a:blip>
            <a:srcRect b="50443" l="0" r="0" t="0"/>
            <a:stretch/>
          </p:blipFill>
          <p:spPr>
            <a:xfrm rot="5400000">
              <a:off x="-638593" y="2163864"/>
              <a:ext cx="2288614" cy="105683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1" name="Google Shape;291;p1"/>
            <p:cNvPicPr preferRelativeResize="0"/>
            <p:nvPr/>
          </p:nvPicPr>
          <p:blipFill rotWithShape="1">
            <a:blip r:embed="rId4">
              <a:alphaModFix/>
            </a:blip>
            <a:srcRect b="50880" l="11254" r="13011" t="0"/>
            <a:stretch/>
          </p:blipFill>
          <p:spPr>
            <a:xfrm rot="5400000">
              <a:off x="-381573" y="3081635"/>
              <a:ext cx="1611750" cy="8940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6" name="Google Shape;296;g3aebc82613d_1_5"/>
          <p:cNvGrpSpPr/>
          <p:nvPr/>
        </p:nvGrpSpPr>
        <p:grpSpPr>
          <a:xfrm>
            <a:off x="1" y="-50"/>
            <a:ext cx="3210313" cy="5143554"/>
            <a:chOff x="-22726" y="0"/>
            <a:chExt cx="2370809" cy="5152313"/>
          </a:xfrm>
        </p:grpSpPr>
        <p:pic>
          <p:nvPicPr>
            <p:cNvPr id="297" name="Google Shape;297;g3aebc82613d_1_5"/>
            <p:cNvPicPr preferRelativeResize="0"/>
            <p:nvPr/>
          </p:nvPicPr>
          <p:blipFill rotWithShape="1">
            <a:blip r:embed="rId3">
              <a:alphaModFix/>
            </a:blip>
            <a:srcRect b="30035" l="5517" r="0" t="-5104"/>
            <a:stretch/>
          </p:blipFill>
          <p:spPr>
            <a:xfrm rot="5400000">
              <a:off x="-361014" y="877812"/>
              <a:ext cx="2605925" cy="1929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8" name="Google Shape;298;g3aebc82613d_1_5"/>
            <p:cNvPicPr preferRelativeResize="0"/>
            <p:nvPr/>
          </p:nvPicPr>
          <p:blipFill rotWithShape="1">
            <a:blip r:embed="rId4">
              <a:alphaModFix/>
            </a:blip>
            <a:srcRect b="50881" l="11254" r="13011" t="0"/>
            <a:stretch/>
          </p:blipFill>
          <p:spPr>
            <a:xfrm rot="5400000">
              <a:off x="-487394" y="1982825"/>
              <a:ext cx="2190249" cy="121489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9" name="Google Shape;299;g3aebc82613d_1_5"/>
            <p:cNvPicPr preferRelativeResize="0"/>
            <p:nvPr/>
          </p:nvPicPr>
          <p:blipFill rotWithShape="1">
            <a:blip r:embed="rId3">
              <a:alphaModFix/>
            </a:blip>
            <a:srcRect b="50811" l="0" r="0" t="4102"/>
            <a:stretch/>
          </p:blipFill>
          <p:spPr>
            <a:xfrm rot="5400000">
              <a:off x="-838218" y="3098916"/>
              <a:ext cx="2891885" cy="121489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0" name="Google Shape;300;g3aebc82613d_1_5"/>
            <p:cNvPicPr preferRelativeResize="0"/>
            <p:nvPr/>
          </p:nvPicPr>
          <p:blipFill rotWithShape="1">
            <a:blip r:embed="rId3">
              <a:alphaModFix/>
            </a:blip>
            <a:srcRect b="30035" l="5516" r="37551" t="-5104"/>
            <a:stretch/>
          </p:blipFill>
          <p:spPr>
            <a:xfrm rot="5400000">
              <a:off x="197874" y="2998120"/>
              <a:ext cx="1929638" cy="237078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1" name="Google Shape;301;g3aebc82613d_1_5"/>
            <p:cNvPicPr preferRelativeResize="0"/>
            <p:nvPr/>
          </p:nvPicPr>
          <p:blipFill rotWithShape="1">
            <a:blip r:embed="rId3">
              <a:alphaModFix/>
            </a:blip>
            <a:srcRect b="30035" l="5517" r="0" t="-5104"/>
            <a:stretch/>
          </p:blipFill>
          <p:spPr>
            <a:xfrm rot="5400000">
              <a:off x="-288575" y="3041699"/>
              <a:ext cx="2048200" cy="1516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2" name="Google Shape;302;g3aebc82613d_1_5"/>
            <p:cNvPicPr preferRelativeResize="0"/>
            <p:nvPr/>
          </p:nvPicPr>
          <p:blipFill rotWithShape="1">
            <a:blip r:embed="rId4">
              <a:alphaModFix/>
            </a:blip>
            <a:srcRect b="50881" l="11254" r="13011" t="0"/>
            <a:stretch/>
          </p:blipFill>
          <p:spPr>
            <a:xfrm rot="5400000">
              <a:off x="-358013" y="2865168"/>
              <a:ext cx="1580494" cy="87673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3" name="Google Shape;303;g3aebc82613d_1_5"/>
            <p:cNvPicPr preferRelativeResize="0"/>
            <p:nvPr/>
          </p:nvPicPr>
          <p:blipFill rotWithShape="1">
            <a:blip r:embed="rId3">
              <a:alphaModFix/>
            </a:blip>
            <a:srcRect b="50811" l="0" r="0" t="4102"/>
            <a:stretch/>
          </p:blipFill>
          <p:spPr>
            <a:xfrm rot="5400000">
              <a:off x="-611169" y="3670544"/>
              <a:ext cx="2086798" cy="87673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4" name="Google Shape;304;g3aebc82613d_1_5"/>
            <p:cNvPicPr preferRelativeResize="0"/>
            <p:nvPr/>
          </p:nvPicPr>
          <p:blipFill rotWithShape="1">
            <a:blip r:embed="rId3">
              <a:alphaModFix/>
            </a:blip>
            <a:srcRect b="30035" l="5519" r="50850" t="-5104"/>
            <a:stretch/>
          </p:blipFill>
          <p:spPr>
            <a:xfrm rot="5400000">
              <a:off x="299210" y="3435075"/>
              <a:ext cx="1067033" cy="171089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5" name="Google Shape;305;g3aebc82613d_1_5"/>
            <p:cNvPicPr preferRelativeResize="0"/>
            <p:nvPr/>
          </p:nvPicPr>
          <p:blipFill rotWithShape="1">
            <a:blip r:embed="rId5">
              <a:alphaModFix/>
            </a:blip>
            <a:srcRect b="50443" l="0" r="0" t="0"/>
            <a:stretch/>
          </p:blipFill>
          <p:spPr>
            <a:xfrm rot="5400000">
              <a:off x="-380108" y="4181573"/>
              <a:ext cx="1328116" cy="61334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6" name="Google Shape;306;g3aebc82613d_1_5"/>
            <p:cNvPicPr preferRelativeResize="0"/>
            <p:nvPr/>
          </p:nvPicPr>
          <p:blipFill rotWithShape="1">
            <a:blip r:embed="rId5">
              <a:alphaModFix/>
            </a:blip>
            <a:srcRect b="50443" l="0" r="0" t="0"/>
            <a:stretch/>
          </p:blipFill>
          <p:spPr>
            <a:xfrm rot="5400000">
              <a:off x="71478" y="4181573"/>
              <a:ext cx="1328116" cy="61334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7" name="Google Shape;307;g3aebc82613d_1_5"/>
            <p:cNvPicPr preferRelativeResize="0"/>
            <p:nvPr/>
          </p:nvPicPr>
          <p:blipFill rotWithShape="1">
            <a:blip r:embed="rId3">
              <a:alphaModFix/>
            </a:blip>
            <a:srcRect b="47012" l="35435" r="12098" t="1038"/>
            <a:stretch/>
          </p:blipFill>
          <p:spPr>
            <a:xfrm rot="5400000">
              <a:off x="-103713" y="81012"/>
              <a:ext cx="2091325" cy="1929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8" name="Google Shape;308;g3aebc82613d_1_5"/>
            <p:cNvPicPr preferRelativeResize="0"/>
            <p:nvPr/>
          </p:nvPicPr>
          <p:blipFill rotWithShape="1">
            <a:blip r:embed="rId5">
              <a:alphaModFix/>
            </a:blip>
            <a:srcRect b="50443" l="0" r="0" t="0"/>
            <a:stretch/>
          </p:blipFill>
          <p:spPr>
            <a:xfrm rot="5400000">
              <a:off x="-230383" y="1816890"/>
              <a:ext cx="771750" cy="3563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9" name="Google Shape;309;g3aebc82613d_1_5"/>
            <p:cNvPicPr preferRelativeResize="0"/>
            <p:nvPr/>
          </p:nvPicPr>
          <p:blipFill rotWithShape="1">
            <a:blip r:embed="rId5">
              <a:alphaModFix/>
            </a:blip>
            <a:srcRect b="50443" l="0" r="0" t="0"/>
            <a:stretch/>
          </p:blipFill>
          <p:spPr>
            <a:xfrm rot="5400000">
              <a:off x="-517999" y="2755704"/>
              <a:ext cx="1840503" cy="8499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0" name="Google Shape;310;g3aebc82613d_1_5"/>
            <p:cNvPicPr preferRelativeResize="0"/>
            <p:nvPr/>
          </p:nvPicPr>
          <p:blipFill rotWithShape="1">
            <a:blip r:embed="rId4">
              <a:alphaModFix/>
            </a:blip>
            <a:srcRect b="50881" l="11254" r="13011" t="0"/>
            <a:stretch/>
          </p:blipFill>
          <p:spPr>
            <a:xfrm rot="5400000">
              <a:off x="-311303" y="3493776"/>
              <a:ext cx="1296169" cy="71901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11" name="Google Shape;311;g3aebc82613d_1_5"/>
          <p:cNvSpPr txBox="1"/>
          <p:nvPr>
            <p:ph type="title"/>
          </p:nvPr>
        </p:nvSpPr>
        <p:spPr>
          <a:xfrm>
            <a:off x="1232525" y="1465550"/>
            <a:ext cx="3585600" cy="305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Six large listed real estate companies.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Each company is mapped to one main metro area such as Boston or New York.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A monthly panel that links firm data and metro level macro data.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Forecast next month total shareholder return for each firm.</a:t>
            </a:r>
            <a:endParaRPr/>
          </a:p>
        </p:txBody>
      </p:sp>
      <p:sp>
        <p:nvSpPr>
          <p:cNvPr id="312" name="Google Shape;312;g3aebc82613d_1_5"/>
          <p:cNvSpPr txBox="1"/>
          <p:nvPr>
            <p:ph idx="2" type="title"/>
          </p:nvPr>
        </p:nvSpPr>
        <p:spPr>
          <a:xfrm>
            <a:off x="2094400" y="142675"/>
            <a:ext cx="4861800" cy="908100"/>
          </a:xfrm>
          <a:prstGeom prst="rect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 sz="3000"/>
              <a:t>Project overview and problem</a:t>
            </a:r>
            <a:endParaRPr sz="3000"/>
          </a:p>
        </p:txBody>
      </p:sp>
      <p:graphicFrame>
        <p:nvGraphicFramePr>
          <p:cNvPr id="313" name="Google Shape;313;g3aebc82613d_1_5"/>
          <p:cNvGraphicFramePr/>
          <p:nvPr/>
        </p:nvGraphicFramePr>
        <p:xfrm>
          <a:off x="5036225" y="1943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{82EF6D24-1979-492A-A759-65B02D756117}</a:tableStyleId>
              </a:tblPr>
              <a:tblGrid>
                <a:gridCol w="771525"/>
                <a:gridCol w="771525"/>
                <a:gridCol w="771525"/>
                <a:gridCol w="771525"/>
                <a:gridCol w="771525"/>
              </a:tblGrid>
              <a:tr h="5048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Month end</a:t>
                      </a:r>
                      <a:endParaRPr b="1" sz="1100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Firm</a:t>
                      </a:r>
                      <a:endParaRPr b="1" sz="1100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Metro</a:t>
                      </a:r>
                      <a:endParaRPr b="1" sz="1100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Price</a:t>
                      </a:r>
                      <a:endParaRPr b="1" sz="1100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TSR next month</a:t>
                      </a:r>
                      <a:endParaRPr b="1" sz="1100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2021-06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Firm A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Boston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…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…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2021-06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Firm B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New York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…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…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2021-06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Firm C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Los Angeles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…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…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8" name="Google Shape;318;g3aebc82613d_1_26"/>
          <p:cNvGrpSpPr/>
          <p:nvPr/>
        </p:nvGrpSpPr>
        <p:grpSpPr>
          <a:xfrm>
            <a:off x="12" y="-23"/>
            <a:ext cx="2366779" cy="5143554"/>
            <a:chOff x="-22726" y="0"/>
            <a:chExt cx="2370809" cy="5152313"/>
          </a:xfrm>
        </p:grpSpPr>
        <p:pic>
          <p:nvPicPr>
            <p:cNvPr id="319" name="Google Shape;319;g3aebc82613d_1_26"/>
            <p:cNvPicPr preferRelativeResize="0"/>
            <p:nvPr/>
          </p:nvPicPr>
          <p:blipFill rotWithShape="1">
            <a:blip r:embed="rId3">
              <a:alphaModFix/>
            </a:blip>
            <a:srcRect b="30035" l="5517" r="0" t="-5104"/>
            <a:stretch/>
          </p:blipFill>
          <p:spPr>
            <a:xfrm rot="5400000">
              <a:off x="-361014" y="877812"/>
              <a:ext cx="2605925" cy="1929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0" name="Google Shape;320;g3aebc82613d_1_26"/>
            <p:cNvPicPr preferRelativeResize="0"/>
            <p:nvPr/>
          </p:nvPicPr>
          <p:blipFill rotWithShape="1">
            <a:blip r:embed="rId4">
              <a:alphaModFix/>
            </a:blip>
            <a:srcRect b="50881" l="11254" r="13011" t="0"/>
            <a:stretch/>
          </p:blipFill>
          <p:spPr>
            <a:xfrm rot="5400000">
              <a:off x="-487394" y="1982825"/>
              <a:ext cx="2190249" cy="121489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1" name="Google Shape;321;g3aebc82613d_1_26"/>
            <p:cNvPicPr preferRelativeResize="0"/>
            <p:nvPr/>
          </p:nvPicPr>
          <p:blipFill rotWithShape="1">
            <a:blip r:embed="rId3">
              <a:alphaModFix/>
            </a:blip>
            <a:srcRect b="50811" l="0" r="0" t="4102"/>
            <a:stretch/>
          </p:blipFill>
          <p:spPr>
            <a:xfrm rot="5400000">
              <a:off x="-838218" y="3098916"/>
              <a:ext cx="2891885" cy="121489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2" name="Google Shape;322;g3aebc82613d_1_26"/>
            <p:cNvPicPr preferRelativeResize="0"/>
            <p:nvPr/>
          </p:nvPicPr>
          <p:blipFill rotWithShape="1">
            <a:blip r:embed="rId3">
              <a:alphaModFix/>
            </a:blip>
            <a:srcRect b="30035" l="5516" r="37551" t="-5104"/>
            <a:stretch/>
          </p:blipFill>
          <p:spPr>
            <a:xfrm rot="5400000">
              <a:off x="197874" y="2998120"/>
              <a:ext cx="1929638" cy="237078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3" name="Google Shape;323;g3aebc82613d_1_26"/>
            <p:cNvPicPr preferRelativeResize="0"/>
            <p:nvPr/>
          </p:nvPicPr>
          <p:blipFill rotWithShape="1">
            <a:blip r:embed="rId3">
              <a:alphaModFix/>
            </a:blip>
            <a:srcRect b="30035" l="5517" r="0" t="-5104"/>
            <a:stretch/>
          </p:blipFill>
          <p:spPr>
            <a:xfrm rot="5400000">
              <a:off x="-288575" y="3041699"/>
              <a:ext cx="2048200" cy="1516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4" name="Google Shape;324;g3aebc82613d_1_26"/>
            <p:cNvPicPr preferRelativeResize="0"/>
            <p:nvPr/>
          </p:nvPicPr>
          <p:blipFill rotWithShape="1">
            <a:blip r:embed="rId4">
              <a:alphaModFix/>
            </a:blip>
            <a:srcRect b="50881" l="11254" r="13011" t="0"/>
            <a:stretch/>
          </p:blipFill>
          <p:spPr>
            <a:xfrm rot="5400000">
              <a:off x="-358013" y="2865168"/>
              <a:ext cx="1580494" cy="87673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5" name="Google Shape;325;g3aebc82613d_1_26"/>
            <p:cNvPicPr preferRelativeResize="0"/>
            <p:nvPr/>
          </p:nvPicPr>
          <p:blipFill rotWithShape="1">
            <a:blip r:embed="rId3">
              <a:alphaModFix/>
            </a:blip>
            <a:srcRect b="50811" l="0" r="0" t="4102"/>
            <a:stretch/>
          </p:blipFill>
          <p:spPr>
            <a:xfrm rot="5400000">
              <a:off x="-611169" y="3670544"/>
              <a:ext cx="2086798" cy="87673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6" name="Google Shape;326;g3aebc82613d_1_26"/>
            <p:cNvPicPr preferRelativeResize="0"/>
            <p:nvPr/>
          </p:nvPicPr>
          <p:blipFill rotWithShape="1">
            <a:blip r:embed="rId3">
              <a:alphaModFix/>
            </a:blip>
            <a:srcRect b="30035" l="5519" r="50850" t="-5104"/>
            <a:stretch/>
          </p:blipFill>
          <p:spPr>
            <a:xfrm rot="5400000">
              <a:off x="299210" y="3435075"/>
              <a:ext cx="1067033" cy="171089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7" name="Google Shape;327;g3aebc82613d_1_26"/>
            <p:cNvPicPr preferRelativeResize="0"/>
            <p:nvPr/>
          </p:nvPicPr>
          <p:blipFill rotWithShape="1">
            <a:blip r:embed="rId5">
              <a:alphaModFix/>
            </a:blip>
            <a:srcRect b="50443" l="0" r="0" t="0"/>
            <a:stretch/>
          </p:blipFill>
          <p:spPr>
            <a:xfrm rot="5400000">
              <a:off x="-380108" y="4181573"/>
              <a:ext cx="1328116" cy="61334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8" name="Google Shape;328;g3aebc82613d_1_26"/>
            <p:cNvPicPr preferRelativeResize="0"/>
            <p:nvPr/>
          </p:nvPicPr>
          <p:blipFill rotWithShape="1">
            <a:blip r:embed="rId5">
              <a:alphaModFix/>
            </a:blip>
            <a:srcRect b="50443" l="0" r="0" t="0"/>
            <a:stretch/>
          </p:blipFill>
          <p:spPr>
            <a:xfrm rot="5400000">
              <a:off x="71478" y="4181573"/>
              <a:ext cx="1328116" cy="61334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9" name="Google Shape;329;g3aebc82613d_1_26"/>
            <p:cNvPicPr preferRelativeResize="0"/>
            <p:nvPr/>
          </p:nvPicPr>
          <p:blipFill rotWithShape="1">
            <a:blip r:embed="rId3">
              <a:alphaModFix/>
            </a:blip>
            <a:srcRect b="47012" l="35435" r="12098" t="1038"/>
            <a:stretch/>
          </p:blipFill>
          <p:spPr>
            <a:xfrm rot="5400000">
              <a:off x="-103713" y="81012"/>
              <a:ext cx="2091325" cy="1929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0" name="Google Shape;330;g3aebc82613d_1_26"/>
            <p:cNvPicPr preferRelativeResize="0"/>
            <p:nvPr/>
          </p:nvPicPr>
          <p:blipFill rotWithShape="1">
            <a:blip r:embed="rId5">
              <a:alphaModFix/>
            </a:blip>
            <a:srcRect b="50443" l="0" r="0" t="0"/>
            <a:stretch/>
          </p:blipFill>
          <p:spPr>
            <a:xfrm rot="5400000">
              <a:off x="-230383" y="1816890"/>
              <a:ext cx="771750" cy="3563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1" name="Google Shape;331;g3aebc82613d_1_26"/>
            <p:cNvPicPr preferRelativeResize="0"/>
            <p:nvPr/>
          </p:nvPicPr>
          <p:blipFill rotWithShape="1">
            <a:blip r:embed="rId5">
              <a:alphaModFix/>
            </a:blip>
            <a:srcRect b="50443" l="0" r="0" t="0"/>
            <a:stretch/>
          </p:blipFill>
          <p:spPr>
            <a:xfrm rot="5400000">
              <a:off x="-517999" y="2755704"/>
              <a:ext cx="1840503" cy="8499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2" name="Google Shape;332;g3aebc82613d_1_26"/>
            <p:cNvPicPr preferRelativeResize="0"/>
            <p:nvPr/>
          </p:nvPicPr>
          <p:blipFill rotWithShape="1">
            <a:blip r:embed="rId4">
              <a:alphaModFix/>
            </a:blip>
            <a:srcRect b="50881" l="11254" r="13011" t="0"/>
            <a:stretch/>
          </p:blipFill>
          <p:spPr>
            <a:xfrm rot="5400000">
              <a:off x="-311303" y="3493776"/>
              <a:ext cx="1296169" cy="71901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33" name="Google Shape;333;g3aebc82613d_1_26"/>
          <p:cNvSpPr txBox="1"/>
          <p:nvPr>
            <p:ph type="title"/>
          </p:nvPr>
        </p:nvSpPr>
        <p:spPr>
          <a:xfrm>
            <a:off x="1373250" y="1746725"/>
            <a:ext cx="6397500" cy="154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Char char="●"/>
            </a:pP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Analysts often see prices and macro reports but not in one aligned panel.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Char char="●"/>
            </a:pP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It is hard to measure how exposed each firm is to its local economy in a consistent way.</a:t>
            </a:r>
            <a:endParaRPr/>
          </a:p>
        </p:txBody>
      </p:sp>
      <p:sp>
        <p:nvSpPr>
          <p:cNvPr id="334" name="Google Shape;334;g3aebc82613d_1_26"/>
          <p:cNvSpPr txBox="1"/>
          <p:nvPr>
            <p:ph idx="2" type="title"/>
          </p:nvPr>
        </p:nvSpPr>
        <p:spPr>
          <a:xfrm>
            <a:off x="2149625" y="232050"/>
            <a:ext cx="5237400" cy="1011000"/>
          </a:xfrm>
          <a:prstGeom prst="rect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 sz="3000"/>
              <a:t>Gap in practice and </a:t>
            </a:r>
            <a:endParaRPr sz="30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 sz="3000"/>
              <a:t>our solution</a:t>
            </a:r>
            <a:endParaRPr/>
          </a:p>
        </p:txBody>
      </p:sp>
      <p:pic>
        <p:nvPicPr>
          <p:cNvPr id="335" name="Google Shape;335;g3aebc82613d_1_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13962" y="3576238"/>
            <a:ext cx="2102463" cy="101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g3aebc82613d_1_2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092050" y="3817275"/>
            <a:ext cx="640275" cy="528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g3aebc82613d_1_2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79000" y="3576238"/>
            <a:ext cx="2178662" cy="961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g3aebc82613d_1_2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832151" y="3792708"/>
            <a:ext cx="640275" cy="528931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g3aebc82613d_1_2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472425" y="3611175"/>
            <a:ext cx="2102475" cy="9455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4" name="Google Shape;344;g3aebc82613d_1_47"/>
          <p:cNvGrpSpPr/>
          <p:nvPr/>
        </p:nvGrpSpPr>
        <p:grpSpPr>
          <a:xfrm>
            <a:off x="12" y="-23"/>
            <a:ext cx="2366779" cy="5143554"/>
            <a:chOff x="-22726" y="0"/>
            <a:chExt cx="2370809" cy="5152313"/>
          </a:xfrm>
        </p:grpSpPr>
        <p:pic>
          <p:nvPicPr>
            <p:cNvPr id="345" name="Google Shape;345;g3aebc82613d_1_47"/>
            <p:cNvPicPr preferRelativeResize="0"/>
            <p:nvPr/>
          </p:nvPicPr>
          <p:blipFill rotWithShape="1">
            <a:blip r:embed="rId3">
              <a:alphaModFix/>
            </a:blip>
            <a:srcRect b="30035" l="5517" r="0" t="-5104"/>
            <a:stretch/>
          </p:blipFill>
          <p:spPr>
            <a:xfrm rot="5400000">
              <a:off x="-361014" y="877812"/>
              <a:ext cx="2605925" cy="1929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6" name="Google Shape;346;g3aebc82613d_1_47"/>
            <p:cNvPicPr preferRelativeResize="0"/>
            <p:nvPr/>
          </p:nvPicPr>
          <p:blipFill rotWithShape="1">
            <a:blip r:embed="rId4">
              <a:alphaModFix/>
            </a:blip>
            <a:srcRect b="50881" l="11254" r="13011" t="0"/>
            <a:stretch/>
          </p:blipFill>
          <p:spPr>
            <a:xfrm rot="5400000">
              <a:off x="-487394" y="1982825"/>
              <a:ext cx="2190249" cy="121489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7" name="Google Shape;347;g3aebc82613d_1_47"/>
            <p:cNvPicPr preferRelativeResize="0"/>
            <p:nvPr/>
          </p:nvPicPr>
          <p:blipFill rotWithShape="1">
            <a:blip r:embed="rId3">
              <a:alphaModFix/>
            </a:blip>
            <a:srcRect b="50811" l="0" r="0" t="4102"/>
            <a:stretch/>
          </p:blipFill>
          <p:spPr>
            <a:xfrm rot="5400000">
              <a:off x="-838218" y="3098916"/>
              <a:ext cx="2891885" cy="121489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8" name="Google Shape;348;g3aebc82613d_1_47"/>
            <p:cNvPicPr preferRelativeResize="0"/>
            <p:nvPr/>
          </p:nvPicPr>
          <p:blipFill rotWithShape="1">
            <a:blip r:embed="rId3">
              <a:alphaModFix/>
            </a:blip>
            <a:srcRect b="30035" l="5516" r="37551" t="-5104"/>
            <a:stretch/>
          </p:blipFill>
          <p:spPr>
            <a:xfrm rot="5400000">
              <a:off x="197874" y="2998120"/>
              <a:ext cx="1929638" cy="237078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9" name="Google Shape;349;g3aebc82613d_1_47"/>
            <p:cNvPicPr preferRelativeResize="0"/>
            <p:nvPr/>
          </p:nvPicPr>
          <p:blipFill rotWithShape="1">
            <a:blip r:embed="rId3">
              <a:alphaModFix/>
            </a:blip>
            <a:srcRect b="30035" l="5517" r="0" t="-5104"/>
            <a:stretch/>
          </p:blipFill>
          <p:spPr>
            <a:xfrm rot="5400000">
              <a:off x="-288575" y="3041699"/>
              <a:ext cx="2048200" cy="1516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0" name="Google Shape;350;g3aebc82613d_1_47"/>
            <p:cNvPicPr preferRelativeResize="0"/>
            <p:nvPr/>
          </p:nvPicPr>
          <p:blipFill rotWithShape="1">
            <a:blip r:embed="rId4">
              <a:alphaModFix/>
            </a:blip>
            <a:srcRect b="50881" l="11254" r="13011" t="0"/>
            <a:stretch/>
          </p:blipFill>
          <p:spPr>
            <a:xfrm rot="5400000">
              <a:off x="-358013" y="2865168"/>
              <a:ext cx="1580494" cy="87673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1" name="Google Shape;351;g3aebc82613d_1_47"/>
            <p:cNvPicPr preferRelativeResize="0"/>
            <p:nvPr/>
          </p:nvPicPr>
          <p:blipFill rotWithShape="1">
            <a:blip r:embed="rId3">
              <a:alphaModFix/>
            </a:blip>
            <a:srcRect b="50811" l="0" r="0" t="4102"/>
            <a:stretch/>
          </p:blipFill>
          <p:spPr>
            <a:xfrm rot="5400000">
              <a:off x="-611169" y="3670544"/>
              <a:ext cx="2086798" cy="87673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2" name="Google Shape;352;g3aebc82613d_1_47"/>
            <p:cNvPicPr preferRelativeResize="0"/>
            <p:nvPr/>
          </p:nvPicPr>
          <p:blipFill rotWithShape="1">
            <a:blip r:embed="rId3">
              <a:alphaModFix/>
            </a:blip>
            <a:srcRect b="30035" l="5519" r="50850" t="-5104"/>
            <a:stretch/>
          </p:blipFill>
          <p:spPr>
            <a:xfrm rot="5400000">
              <a:off x="299210" y="3435075"/>
              <a:ext cx="1067033" cy="171089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3" name="Google Shape;353;g3aebc82613d_1_47"/>
            <p:cNvPicPr preferRelativeResize="0"/>
            <p:nvPr/>
          </p:nvPicPr>
          <p:blipFill rotWithShape="1">
            <a:blip r:embed="rId5">
              <a:alphaModFix/>
            </a:blip>
            <a:srcRect b="50443" l="0" r="0" t="0"/>
            <a:stretch/>
          </p:blipFill>
          <p:spPr>
            <a:xfrm rot="5400000">
              <a:off x="-380108" y="4181573"/>
              <a:ext cx="1328116" cy="61334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4" name="Google Shape;354;g3aebc82613d_1_47"/>
            <p:cNvPicPr preferRelativeResize="0"/>
            <p:nvPr/>
          </p:nvPicPr>
          <p:blipFill rotWithShape="1">
            <a:blip r:embed="rId5">
              <a:alphaModFix/>
            </a:blip>
            <a:srcRect b="50443" l="0" r="0" t="0"/>
            <a:stretch/>
          </p:blipFill>
          <p:spPr>
            <a:xfrm rot="5400000">
              <a:off x="71478" y="4181573"/>
              <a:ext cx="1328116" cy="61334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5" name="Google Shape;355;g3aebc82613d_1_47"/>
            <p:cNvPicPr preferRelativeResize="0"/>
            <p:nvPr/>
          </p:nvPicPr>
          <p:blipFill rotWithShape="1">
            <a:blip r:embed="rId3">
              <a:alphaModFix/>
            </a:blip>
            <a:srcRect b="47012" l="35435" r="12098" t="1038"/>
            <a:stretch/>
          </p:blipFill>
          <p:spPr>
            <a:xfrm rot="5400000">
              <a:off x="-103713" y="81012"/>
              <a:ext cx="2091325" cy="1929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6" name="Google Shape;356;g3aebc82613d_1_47"/>
            <p:cNvPicPr preferRelativeResize="0"/>
            <p:nvPr/>
          </p:nvPicPr>
          <p:blipFill rotWithShape="1">
            <a:blip r:embed="rId5">
              <a:alphaModFix/>
            </a:blip>
            <a:srcRect b="50443" l="0" r="0" t="0"/>
            <a:stretch/>
          </p:blipFill>
          <p:spPr>
            <a:xfrm rot="5400000">
              <a:off x="-230383" y="1816890"/>
              <a:ext cx="771750" cy="3563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7" name="Google Shape;357;g3aebc82613d_1_47"/>
            <p:cNvPicPr preferRelativeResize="0"/>
            <p:nvPr/>
          </p:nvPicPr>
          <p:blipFill rotWithShape="1">
            <a:blip r:embed="rId5">
              <a:alphaModFix/>
            </a:blip>
            <a:srcRect b="50443" l="0" r="0" t="0"/>
            <a:stretch/>
          </p:blipFill>
          <p:spPr>
            <a:xfrm rot="5400000">
              <a:off x="-517999" y="2755704"/>
              <a:ext cx="1840503" cy="8499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8" name="Google Shape;358;g3aebc82613d_1_47"/>
            <p:cNvPicPr preferRelativeResize="0"/>
            <p:nvPr/>
          </p:nvPicPr>
          <p:blipFill rotWithShape="1">
            <a:blip r:embed="rId4">
              <a:alphaModFix/>
            </a:blip>
            <a:srcRect b="50881" l="11254" r="13011" t="0"/>
            <a:stretch/>
          </p:blipFill>
          <p:spPr>
            <a:xfrm rot="5400000">
              <a:off x="-311303" y="3493776"/>
              <a:ext cx="1296169" cy="71901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59" name="Google Shape;359;g3aebc82613d_1_47"/>
          <p:cNvSpPr txBox="1"/>
          <p:nvPr>
            <p:ph idx="2" type="title"/>
          </p:nvPr>
        </p:nvSpPr>
        <p:spPr>
          <a:xfrm>
            <a:off x="1823675" y="99400"/>
            <a:ext cx="5311200" cy="858600"/>
          </a:xfrm>
          <a:prstGeom prst="rect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 sz="3000"/>
              <a:t>Intended users and </a:t>
            </a:r>
            <a:endParaRPr sz="30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 sz="3000"/>
              <a:t>why this project matters</a:t>
            </a:r>
            <a:endParaRPr/>
          </a:p>
        </p:txBody>
      </p:sp>
      <p:sp>
        <p:nvSpPr>
          <p:cNvPr id="360" name="Google Shape;360;g3aebc82613d_1_47"/>
          <p:cNvSpPr txBox="1"/>
          <p:nvPr/>
        </p:nvSpPr>
        <p:spPr>
          <a:xfrm>
            <a:off x="1243050" y="1789800"/>
            <a:ext cx="3851400" cy="15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Portfolio managers and equity analysts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Risk and model governance teams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Senior leaders in real estate firms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1" name="Google Shape;361;g3aebc82613d_1_47"/>
          <p:cNvSpPr txBox="1"/>
          <p:nvPr/>
        </p:nvSpPr>
        <p:spPr>
          <a:xfrm>
            <a:off x="5497075" y="1243050"/>
            <a:ext cx="3000000" cy="28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Helps portfolio teams see which firms are more sensitive to local inflation, unemployment and rates.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Gives risk and governance teams a transparent pipeline they can audit, monitor and retrain when conditions change.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Provides company leaders a structured view of how metro level conditions affect shareholder outcomes and capital planning.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2" name="Google Shape;362;g3aebc82613d_1_47"/>
          <p:cNvSpPr txBox="1"/>
          <p:nvPr/>
        </p:nvSpPr>
        <p:spPr>
          <a:xfrm>
            <a:off x="1414350" y="4257325"/>
            <a:ext cx="6016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Our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project turns scattered public data into a disciplined, explainable system for forecasting next-month shareholder returns and understanding structural exposure by city.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7" name="Google Shape;367;g3aebc82613d_1_131"/>
          <p:cNvGrpSpPr/>
          <p:nvPr/>
        </p:nvGrpSpPr>
        <p:grpSpPr>
          <a:xfrm>
            <a:off x="12" y="-23"/>
            <a:ext cx="2366779" cy="5143554"/>
            <a:chOff x="-22726" y="0"/>
            <a:chExt cx="2370809" cy="5152313"/>
          </a:xfrm>
        </p:grpSpPr>
        <p:pic>
          <p:nvPicPr>
            <p:cNvPr id="368" name="Google Shape;368;g3aebc82613d_1_131"/>
            <p:cNvPicPr preferRelativeResize="0"/>
            <p:nvPr/>
          </p:nvPicPr>
          <p:blipFill rotWithShape="1">
            <a:blip r:embed="rId3">
              <a:alphaModFix/>
            </a:blip>
            <a:srcRect b="30035" l="5517" r="0" t="-5104"/>
            <a:stretch/>
          </p:blipFill>
          <p:spPr>
            <a:xfrm rot="5400000">
              <a:off x="-361014" y="877812"/>
              <a:ext cx="2605925" cy="1929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9" name="Google Shape;369;g3aebc82613d_1_131"/>
            <p:cNvPicPr preferRelativeResize="0"/>
            <p:nvPr/>
          </p:nvPicPr>
          <p:blipFill rotWithShape="1">
            <a:blip r:embed="rId4">
              <a:alphaModFix/>
            </a:blip>
            <a:srcRect b="50881" l="11254" r="13011" t="0"/>
            <a:stretch/>
          </p:blipFill>
          <p:spPr>
            <a:xfrm rot="5400000">
              <a:off x="-487394" y="1982825"/>
              <a:ext cx="2190249" cy="121489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0" name="Google Shape;370;g3aebc82613d_1_131"/>
            <p:cNvPicPr preferRelativeResize="0"/>
            <p:nvPr/>
          </p:nvPicPr>
          <p:blipFill rotWithShape="1">
            <a:blip r:embed="rId3">
              <a:alphaModFix/>
            </a:blip>
            <a:srcRect b="50811" l="0" r="0" t="4102"/>
            <a:stretch/>
          </p:blipFill>
          <p:spPr>
            <a:xfrm rot="5400000">
              <a:off x="-838218" y="3098916"/>
              <a:ext cx="2891885" cy="121489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1" name="Google Shape;371;g3aebc82613d_1_131"/>
            <p:cNvPicPr preferRelativeResize="0"/>
            <p:nvPr/>
          </p:nvPicPr>
          <p:blipFill rotWithShape="1">
            <a:blip r:embed="rId3">
              <a:alphaModFix/>
            </a:blip>
            <a:srcRect b="30035" l="5516" r="37551" t="-5104"/>
            <a:stretch/>
          </p:blipFill>
          <p:spPr>
            <a:xfrm rot="5400000">
              <a:off x="197874" y="2998120"/>
              <a:ext cx="1929638" cy="237078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2" name="Google Shape;372;g3aebc82613d_1_131"/>
            <p:cNvPicPr preferRelativeResize="0"/>
            <p:nvPr/>
          </p:nvPicPr>
          <p:blipFill rotWithShape="1">
            <a:blip r:embed="rId3">
              <a:alphaModFix/>
            </a:blip>
            <a:srcRect b="30035" l="5517" r="0" t="-5104"/>
            <a:stretch/>
          </p:blipFill>
          <p:spPr>
            <a:xfrm rot="5400000">
              <a:off x="-288575" y="3041699"/>
              <a:ext cx="2048200" cy="1516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3" name="Google Shape;373;g3aebc82613d_1_131"/>
            <p:cNvPicPr preferRelativeResize="0"/>
            <p:nvPr/>
          </p:nvPicPr>
          <p:blipFill rotWithShape="1">
            <a:blip r:embed="rId4">
              <a:alphaModFix/>
            </a:blip>
            <a:srcRect b="50881" l="11254" r="13011" t="0"/>
            <a:stretch/>
          </p:blipFill>
          <p:spPr>
            <a:xfrm rot="5400000">
              <a:off x="-358013" y="2865168"/>
              <a:ext cx="1580494" cy="87673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4" name="Google Shape;374;g3aebc82613d_1_131"/>
            <p:cNvPicPr preferRelativeResize="0"/>
            <p:nvPr/>
          </p:nvPicPr>
          <p:blipFill rotWithShape="1">
            <a:blip r:embed="rId3">
              <a:alphaModFix/>
            </a:blip>
            <a:srcRect b="50811" l="0" r="0" t="4102"/>
            <a:stretch/>
          </p:blipFill>
          <p:spPr>
            <a:xfrm rot="5400000">
              <a:off x="-611169" y="3670544"/>
              <a:ext cx="2086798" cy="87673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5" name="Google Shape;375;g3aebc82613d_1_131"/>
            <p:cNvPicPr preferRelativeResize="0"/>
            <p:nvPr/>
          </p:nvPicPr>
          <p:blipFill rotWithShape="1">
            <a:blip r:embed="rId3">
              <a:alphaModFix/>
            </a:blip>
            <a:srcRect b="30035" l="5519" r="50850" t="-5104"/>
            <a:stretch/>
          </p:blipFill>
          <p:spPr>
            <a:xfrm rot="5400000">
              <a:off x="299210" y="3435075"/>
              <a:ext cx="1067033" cy="171089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6" name="Google Shape;376;g3aebc82613d_1_131"/>
            <p:cNvPicPr preferRelativeResize="0"/>
            <p:nvPr/>
          </p:nvPicPr>
          <p:blipFill rotWithShape="1">
            <a:blip r:embed="rId5">
              <a:alphaModFix/>
            </a:blip>
            <a:srcRect b="50443" l="0" r="0" t="0"/>
            <a:stretch/>
          </p:blipFill>
          <p:spPr>
            <a:xfrm rot="5400000">
              <a:off x="-380108" y="4181573"/>
              <a:ext cx="1328116" cy="61334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7" name="Google Shape;377;g3aebc82613d_1_131"/>
            <p:cNvPicPr preferRelativeResize="0"/>
            <p:nvPr/>
          </p:nvPicPr>
          <p:blipFill rotWithShape="1">
            <a:blip r:embed="rId5">
              <a:alphaModFix/>
            </a:blip>
            <a:srcRect b="50443" l="0" r="0" t="0"/>
            <a:stretch/>
          </p:blipFill>
          <p:spPr>
            <a:xfrm rot="5400000">
              <a:off x="71478" y="4181573"/>
              <a:ext cx="1328116" cy="61334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8" name="Google Shape;378;g3aebc82613d_1_131"/>
            <p:cNvPicPr preferRelativeResize="0"/>
            <p:nvPr/>
          </p:nvPicPr>
          <p:blipFill rotWithShape="1">
            <a:blip r:embed="rId3">
              <a:alphaModFix/>
            </a:blip>
            <a:srcRect b="47012" l="35435" r="12098" t="1038"/>
            <a:stretch/>
          </p:blipFill>
          <p:spPr>
            <a:xfrm rot="5400000">
              <a:off x="-103713" y="81012"/>
              <a:ext cx="2091325" cy="1929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9" name="Google Shape;379;g3aebc82613d_1_131"/>
            <p:cNvPicPr preferRelativeResize="0"/>
            <p:nvPr/>
          </p:nvPicPr>
          <p:blipFill rotWithShape="1">
            <a:blip r:embed="rId5">
              <a:alphaModFix/>
            </a:blip>
            <a:srcRect b="50443" l="0" r="0" t="0"/>
            <a:stretch/>
          </p:blipFill>
          <p:spPr>
            <a:xfrm rot="5400000">
              <a:off x="-230383" y="1816890"/>
              <a:ext cx="771750" cy="3563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0" name="Google Shape;380;g3aebc82613d_1_131"/>
            <p:cNvPicPr preferRelativeResize="0"/>
            <p:nvPr/>
          </p:nvPicPr>
          <p:blipFill rotWithShape="1">
            <a:blip r:embed="rId5">
              <a:alphaModFix/>
            </a:blip>
            <a:srcRect b="50443" l="0" r="0" t="0"/>
            <a:stretch/>
          </p:blipFill>
          <p:spPr>
            <a:xfrm rot="5400000">
              <a:off x="-517999" y="2755704"/>
              <a:ext cx="1840503" cy="8499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1" name="Google Shape;381;g3aebc82613d_1_131"/>
            <p:cNvPicPr preferRelativeResize="0"/>
            <p:nvPr/>
          </p:nvPicPr>
          <p:blipFill rotWithShape="1">
            <a:blip r:embed="rId4">
              <a:alphaModFix/>
            </a:blip>
            <a:srcRect b="50881" l="11254" r="13011" t="0"/>
            <a:stretch/>
          </p:blipFill>
          <p:spPr>
            <a:xfrm rot="5400000">
              <a:off x="-311303" y="3493776"/>
              <a:ext cx="1296169" cy="71901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82" name="Google Shape;382;g3aebc82613d_1_131"/>
          <p:cNvSpPr txBox="1"/>
          <p:nvPr>
            <p:ph idx="2" type="title"/>
          </p:nvPr>
        </p:nvSpPr>
        <p:spPr>
          <a:xfrm>
            <a:off x="2635550" y="225775"/>
            <a:ext cx="3258900" cy="668400"/>
          </a:xfrm>
          <a:prstGeom prst="rect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3000"/>
              <a:t> Data    Collection</a:t>
            </a:r>
            <a:endParaRPr sz="3000"/>
          </a:p>
        </p:txBody>
      </p:sp>
      <p:pic>
        <p:nvPicPr>
          <p:cNvPr id="383" name="Google Shape;383;g3aebc82613d_1_13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76250" y="1146025"/>
            <a:ext cx="1806745" cy="668400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g3aebc82613d_1_131"/>
          <p:cNvSpPr txBox="1"/>
          <p:nvPr/>
        </p:nvSpPr>
        <p:spPr>
          <a:xfrm>
            <a:off x="1011050" y="1329600"/>
            <a:ext cx="3921300" cy="24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Monthly</a:t>
            </a:r>
            <a:r>
              <a:rPr lang="en" sz="2000">
                <a:solidFill>
                  <a:schemeClr val="dk1"/>
                </a:solidFill>
              </a:rPr>
              <a:t> </a:t>
            </a: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panel built from three kinds of public sources.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Firm data: adjusted prices and dividends for six real estate companies.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Metro data: CPI and unemployment levels and changes for each home city.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Rate data: U.S. ten-year Treasury yield and its month-to-month change.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85" name="Google Shape;385;g3aebc82613d_1_13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183000" y="2164400"/>
            <a:ext cx="1937250" cy="99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g3aebc82613d_1_13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932350" y="2249282"/>
            <a:ext cx="1806750" cy="64493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g3aebc82613d_1_13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418375" y="3398975"/>
            <a:ext cx="1673450" cy="79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g3aebc82613d_1_13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 rot="-2186234">
            <a:off x="6989497" y="3196147"/>
            <a:ext cx="490932" cy="32550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9" name="Google Shape;389;g3aebc82613d_1_13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685096" y="2434050"/>
            <a:ext cx="520775" cy="34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0" name="Google Shape;390;g3aebc82613d_1_13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 rot="2700038">
            <a:off x="6992211" y="1758257"/>
            <a:ext cx="485502" cy="3219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5" name="Google Shape;395;g3aebc82613d_1_68"/>
          <p:cNvGrpSpPr/>
          <p:nvPr/>
        </p:nvGrpSpPr>
        <p:grpSpPr>
          <a:xfrm>
            <a:off x="3223437" y="2"/>
            <a:ext cx="2366779" cy="5143554"/>
            <a:chOff x="-22726" y="0"/>
            <a:chExt cx="2370809" cy="5152313"/>
          </a:xfrm>
        </p:grpSpPr>
        <p:pic>
          <p:nvPicPr>
            <p:cNvPr id="396" name="Google Shape;396;g3aebc82613d_1_68"/>
            <p:cNvPicPr preferRelativeResize="0"/>
            <p:nvPr/>
          </p:nvPicPr>
          <p:blipFill rotWithShape="1">
            <a:blip r:embed="rId3">
              <a:alphaModFix/>
            </a:blip>
            <a:srcRect b="30035" l="5517" r="0" t="-5104"/>
            <a:stretch/>
          </p:blipFill>
          <p:spPr>
            <a:xfrm rot="5400000">
              <a:off x="-361014" y="877812"/>
              <a:ext cx="2605925" cy="1929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7" name="Google Shape;397;g3aebc82613d_1_68"/>
            <p:cNvPicPr preferRelativeResize="0"/>
            <p:nvPr/>
          </p:nvPicPr>
          <p:blipFill rotWithShape="1">
            <a:blip r:embed="rId4">
              <a:alphaModFix/>
            </a:blip>
            <a:srcRect b="50881" l="11254" r="13011" t="0"/>
            <a:stretch/>
          </p:blipFill>
          <p:spPr>
            <a:xfrm rot="5400000">
              <a:off x="-487394" y="1982825"/>
              <a:ext cx="2190249" cy="121489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8" name="Google Shape;398;g3aebc82613d_1_68"/>
            <p:cNvPicPr preferRelativeResize="0"/>
            <p:nvPr/>
          </p:nvPicPr>
          <p:blipFill rotWithShape="1">
            <a:blip r:embed="rId3">
              <a:alphaModFix/>
            </a:blip>
            <a:srcRect b="50811" l="0" r="0" t="4102"/>
            <a:stretch/>
          </p:blipFill>
          <p:spPr>
            <a:xfrm rot="5400000">
              <a:off x="-838218" y="3098916"/>
              <a:ext cx="2891885" cy="121489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9" name="Google Shape;399;g3aebc82613d_1_68"/>
            <p:cNvPicPr preferRelativeResize="0"/>
            <p:nvPr/>
          </p:nvPicPr>
          <p:blipFill rotWithShape="1">
            <a:blip r:embed="rId3">
              <a:alphaModFix/>
            </a:blip>
            <a:srcRect b="30035" l="5516" r="37551" t="-5104"/>
            <a:stretch/>
          </p:blipFill>
          <p:spPr>
            <a:xfrm rot="5400000">
              <a:off x="197874" y="2998120"/>
              <a:ext cx="1929638" cy="237078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0" name="Google Shape;400;g3aebc82613d_1_68"/>
            <p:cNvPicPr preferRelativeResize="0"/>
            <p:nvPr/>
          </p:nvPicPr>
          <p:blipFill rotWithShape="1">
            <a:blip r:embed="rId3">
              <a:alphaModFix/>
            </a:blip>
            <a:srcRect b="30035" l="5517" r="0" t="-5104"/>
            <a:stretch/>
          </p:blipFill>
          <p:spPr>
            <a:xfrm rot="5400000">
              <a:off x="-288575" y="3041699"/>
              <a:ext cx="2048200" cy="1516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1" name="Google Shape;401;g3aebc82613d_1_68"/>
            <p:cNvPicPr preferRelativeResize="0"/>
            <p:nvPr/>
          </p:nvPicPr>
          <p:blipFill rotWithShape="1">
            <a:blip r:embed="rId4">
              <a:alphaModFix/>
            </a:blip>
            <a:srcRect b="50881" l="11254" r="13011" t="0"/>
            <a:stretch/>
          </p:blipFill>
          <p:spPr>
            <a:xfrm rot="5400000">
              <a:off x="-358013" y="2865168"/>
              <a:ext cx="1580494" cy="87673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2" name="Google Shape;402;g3aebc82613d_1_68"/>
            <p:cNvPicPr preferRelativeResize="0"/>
            <p:nvPr/>
          </p:nvPicPr>
          <p:blipFill rotWithShape="1">
            <a:blip r:embed="rId3">
              <a:alphaModFix/>
            </a:blip>
            <a:srcRect b="50811" l="0" r="0" t="4102"/>
            <a:stretch/>
          </p:blipFill>
          <p:spPr>
            <a:xfrm rot="5400000">
              <a:off x="-611169" y="3670544"/>
              <a:ext cx="2086798" cy="87673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3" name="Google Shape;403;g3aebc82613d_1_68"/>
            <p:cNvPicPr preferRelativeResize="0"/>
            <p:nvPr/>
          </p:nvPicPr>
          <p:blipFill rotWithShape="1">
            <a:blip r:embed="rId3">
              <a:alphaModFix/>
            </a:blip>
            <a:srcRect b="30035" l="5519" r="50850" t="-5104"/>
            <a:stretch/>
          </p:blipFill>
          <p:spPr>
            <a:xfrm rot="5400000">
              <a:off x="299210" y="3435075"/>
              <a:ext cx="1067033" cy="171089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4" name="Google Shape;404;g3aebc82613d_1_68"/>
            <p:cNvPicPr preferRelativeResize="0"/>
            <p:nvPr/>
          </p:nvPicPr>
          <p:blipFill rotWithShape="1">
            <a:blip r:embed="rId5">
              <a:alphaModFix/>
            </a:blip>
            <a:srcRect b="50443" l="0" r="0" t="0"/>
            <a:stretch/>
          </p:blipFill>
          <p:spPr>
            <a:xfrm rot="5400000">
              <a:off x="-380108" y="4181573"/>
              <a:ext cx="1328116" cy="61334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5" name="Google Shape;405;g3aebc82613d_1_68"/>
            <p:cNvPicPr preferRelativeResize="0"/>
            <p:nvPr/>
          </p:nvPicPr>
          <p:blipFill rotWithShape="1">
            <a:blip r:embed="rId5">
              <a:alphaModFix/>
            </a:blip>
            <a:srcRect b="50443" l="0" r="0" t="0"/>
            <a:stretch/>
          </p:blipFill>
          <p:spPr>
            <a:xfrm rot="5400000">
              <a:off x="71478" y="4181573"/>
              <a:ext cx="1328116" cy="61334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6" name="Google Shape;406;g3aebc82613d_1_68"/>
            <p:cNvPicPr preferRelativeResize="0"/>
            <p:nvPr/>
          </p:nvPicPr>
          <p:blipFill rotWithShape="1">
            <a:blip r:embed="rId3">
              <a:alphaModFix/>
            </a:blip>
            <a:srcRect b="47012" l="35435" r="12098" t="1038"/>
            <a:stretch/>
          </p:blipFill>
          <p:spPr>
            <a:xfrm rot="5400000">
              <a:off x="-103713" y="81012"/>
              <a:ext cx="2091325" cy="1929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7" name="Google Shape;407;g3aebc82613d_1_68"/>
            <p:cNvPicPr preferRelativeResize="0"/>
            <p:nvPr/>
          </p:nvPicPr>
          <p:blipFill rotWithShape="1">
            <a:blip r:embed="rId5">
              <a:alphaModFix/>
            </a:blip>
            <a:srcRect b="50443" l="0" r="0" t="0"/>
            <a:stretch/>
          </p:blipFill>
          <p:spPr>
            <a:xfrm rot="5400000">
              <a:off x="-230383" y="1816890"/>
              <a:ext cx="771750" cy="3563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8" name="Google Shape;408;g3aebc82613d_1_68"/>
            <p:cNvPicPr preferRelativeResize="0"/>
            <p:nvPr/>
          </p:nvPicPr>
          <p:blipFill rotWithShape="1">
            <a:blip r:embed="rId5">
              <a:alphaModFix/>
            </a:blip>
            <a:srcRect b="50443" l="0" r="0" t="0"/>
            <a:stretch/>
          </p:blipFill>
          <p:spPr>
            <a:xfrm rot="5400000">
              <a:off x="-517999" y="2755704"/>
              <a:ext cx="1840503" cy="8499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9" name="Google Shape;409;g3aebc82613d_1_68"/>
            <p:cNvPicPr preferRelativeResize="0"/>
            <p:nvPr/>
          </p:nvPicPr>
          <p:blipFill rotWithShape="1">
            <a:blip r:embed="rId4">
              <a:alphaModFix/>
            </a:blip>
            <a:srcRect b="50881" l="11254" r="13011" t="0"/>
            <a:stretch/>
          </p:blipFill>
          <p:spPr>
            <a:xfrm rot="5400000">
              <a:off x="-311303" y="3493776"/>
              <a:ext cx="1296169" cy="71901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10" name="Google Shape;410;g3aebc82613d_1_68"/>
          <p:cNvSpPr txBox="1"/>
          <p:nvPr>
            <p:ph type="title"/>
          </p:nvPr>
        </p:nvSpPr>
        <p:spPr>
          <a:xfrm>
            <a:off x="5318449" y="2415225"/>
            <a:ext cx="2883600" cy="154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EDA</a:t>
            </a:r>
            <a:endParaRPr/>
          </a:p>
        </p:txBody>
      </p:sp>
      <p:sp>
        <p:nvSpPr>
          <p:cNvPr id="411" name="Google Shape;411;g3aebc82613d_1_68"/>
          <p:cNvSpPr txBox="1"/>
          <p:nvPr>
            <p:ph idx="2" type="title"/>
          </p:nvPr>
        </p:nvSpPr>
        <p:spPr>
          <a:xfrm>
            <a:off x="5318450" y="1148175"/>
            <a:ext cx="1214100" cy="1016100"/>
          </a:xfrm>
          <a:prstGeom prst="rect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/>
              <a:t>05</a:t>
            </a:r>
            <a:endParaRPr/>
          </a:p>
        </p:txBody>
      </p:sp>
      <p:pic>
        <p:nvPicPr>
          <p:cNvPr id="412" name="Google Shape;412;g3aebc82613d_1_68"/>
          <p:cNvPicPr preferRelativeResize="0"/>
          <p:nvPr>
            <p:ph idx="3" type="pic"/>
          </p:nvPr>
        </p:nvPicPr>
        <p:blipFill rotWithShape="1">
          <a:blip r:embed="rId6">
            <a:alphaModFix/>
          </a:blip>
          <a:srcRect b="0" l="42831" r="3006" t="0"/>
          <a:stretch/>
        </p:blipFill>
        <p:spPr>
          <a:xfrm>
            <a:off x="0" y="0"/>
            <a:ext cx="3806223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3aebc82613d_1_345"/>
          <p:cNvSpPr txBox="1"/>
          <p:nvPr>
            <p:ph type="title"/>
          </p:nvPr>
        </p:nvSpPr>
        <p:spPr>
          <a:xfrm>
            <a:off x="722376" y="539506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Exploratory Data Analysis（EDA）</a:t>
            </a:r>
            <a:endParaRPr/>
          </a:p>
        </p:txBody>
      </p:sp>
      <p:sp>
        <p:nvSpPr>
          <p:cNvPr id="418" name="Google Shape;418;g3aebc82613d_1_345"/>
          <p:cNvSpPr txBox="1"/>
          <p:nvPr>
            <p:ph idx="2" type="subTitle"/>
          </p:nvPr>
        </p:nvSpPr>
        <p:spPr>
          <a:xfrm>
            <a:off x="719931" y="1896900"/>
            <a:ext cx="5212500" cy="18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Overall distributions &amp; summary statistics (mean, variance, shape)</a:t>
            </a:r>
            <a:endParaRPr/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Missing values, outliers, duplicate checks</a:t>
            </a:r>
            <a:endParaRPr/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Time-series trends (long-run movement &amp; volatility)</a:t>
            </a:r>
            <a:endParaRPr/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Correlation overview between key variables</a:t>
            </a:r>
            <a:endParaRPr/>
          </a:p>
        </p:txBody>
      </p:sp>
      <p:sp>
        <p:nvSpPr>
          <p:cNvPr id="419" name="Google Shape;419;g3aebc82613d_1_345"/>
          <p:cNvSpPr txBox="1"/>
          <p:nvPr>
            <p:ph idx="3" type="subTitle"/>
          </p:nvPr>
        </p:nvSpPr>
        <p:spPr>
          <a:xfrm>
            <a:off x="1017068" y="1430693"/>
            <a:ext cx="2586600" cy="46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EDA Steps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3aed5519f1b_0_28"/>
          <p:cNvSpPr txBox="1"/>
          <p:nvPr>
            <p:ph type="title"/>
          </p:nvPr>
        </p:nvSpPr>
        <p:spPr>
          <a:xfrm>
            <a:off x="722376" y="539506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Exploratory Data Analysis（EDA）</a:t>
            </a:r>
            <a:endParaRPr/>
          </a:p>
        </p:txBody>
      </p:sp>
      <p:sp>
        <p:nvSpPr>
          <p:cNvPr id="425" name="Google Shape;425;g3aed5519f1b_0_28"/>
          <p:cNvSpPr txBox="1"/>
          <p:nvPr>
            <p:ph idx="2" type="subTitle"/>
          </p:nvPr>
        </p:nvSpPr>
        <p:spPr>
          <a:xfrm>
            <a:off x="719925" y="1896900"/>
            <a:ext cx="6650700" cy="18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Target (next-month return) is quite volatile over time</a:t>
            </a:r>
            <a:endParaRPr/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CPI, unemployment, and 10-year rate show clear macro trends</a:t>
            </a:r>
            <a:endParaRPr/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Some features are correlated → need to control multicollinearity later</a:t>
            </a:r>
            <a:endParaRPr/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Several variables are skewed / have outliers → require cleaning or transformation</a:t>
            </a:r>
            <a:endParaRPr/>
          </a:p>
        </p:txBody>
      </p:sp>
      <p:sp>
        <p:nvSpPr>
          <p:cNvPr id="426" name="Google Shape;426;g3aed5519f1b_0_28"/>
          <p:cNvSpPr txBox="1"/>
          <p:nvPr>
            <p:ph idx="3" type="subTitle"/>
          </p:nvPr>
        </p:nvSpPr>
        <p:spPr>
          <a:xfrm>
            <a:off x="1017068" y="1430693"/>
            <a:ext cx="2586600" cy="46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Core Findings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1" name="Google Shape;431;g3aebc82613d_1_89"/>
          <p:cNvGrpSpPr/>
          <p:nvPr/>
        </p:nvGrpSpPr>
        <p:grpSpPr>
          <a:xfrm>
            <a:off x="3223437" y="2"/>
            <a:ext cx="2366779" cy="5143554"/>
            <a:chOff x="-22726" y="0"/>
            <a:chExt cx="2370809" cy="5152313"/>
          </a:xfrm>
        </p:grpSpPr>
        <p:pic>
          <p:nvPicPr>
            <p:cNvPr id="432" name="Google Shape;432;g3aebc82613d_1_89"/>
            <p:cNvPicPr preferRelativeResize="0"/>
            <p:nvPr/>
          </p:nvPicPr>
          <p:blipFill rotWithShape="1">
            <a:blip r:embed="rId3">
              <a:alphaModFix/>
            </a:blip>
            <a:srcRect b="30035" l="5517" r="0" t="-5104"/>
            <a:stretch/>
          </p:blipFill>
          <p:spPr>
            <a:xfrm rot="5400000">
              <a:off x="-361014" y="877812"/>
              <a:ext cx="2605925" cy="1929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3" name="Google Shape;433;g3aebc82613d_1_89"/>
            <p:cNvPicPr preferRelativeResize="0"/>
            <p:nvPr/>
          </p:nvPicPr>
          <p:blipFill rotWithShape="1">
            <a:blip r:embed="rId4">
              <a:alphaModFix/>
            </a:blip>
            <a:srcRect b="50881" l="11254" r="13011" t="0"/>
            <a:stretch/>
          </p:blipFill>
          <p:spPr>
            <a:xfrm rot="5400000">
              <a:off x="-487394" y="1982825"/>
              <a:ext cx="2190249" cy="121489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4" name="Google Shape;434;g3aebc82613d_1_89"/>
            <p:cNvPicPr preferRelativeResize="0"/>
            <p:nvPr/>
          </p:nvPicPr>
          <p:blipFill rotWithShape="1">
            <a:blip r:embed="rId3">
              <a:alphaModFix/>
            </a:blip>
            <a:srcRect b="50811" l="0" r="0" t="4102"/>
            <a:stretch/>
          </p:blipFill>
          <p:spPr>
            <a:xfrm rot="5400000">
              <a:off x="-838218" y="3098916"/>
              <a:ext cx="2891885" cy="121489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5" name="Google Shape;435;g3aebc82613d_1_89"/>
            <p:cNvPicPr preferRelativeResize="0"/>
            <p:nvPr/>
          </p:nvPicPr>
          <p:blipFill rotWithShape="1">
            <a:blip r:embed="rId3">
              <a:alphaModFix/>
            </a:blip>
            <a:srcRect b="30035" l="5516" r="37551" t="-5104"/>
            <a:stretch/>
          </p:blipFill>
          <p:spPr>
            <a:xfrm rot="5400000">
              <a:off x="197874" y="2998120"/>
              <a:ext cx="1929638" cy="237078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6" name="Google Shape;436;g3aebc82613d_1_89"/>
            <p:cNvPicPr preferRelativeResize="0"/>
            <p:nvPr/>
          </p:nvPicPr>
          <p:blipFill rotWithShape="1">
            <a:blip r:embed="rId3">
              <a:alphaModFix/>
            </a:blip>
            <a:srcRect b="30035" l="5517" r="0" t="-5104"/>
            <a:stretch/>
          </p:blipFill>
          <p:spPr>
            <a:xfrm rot="5400000">
              <a:off x="-288575" y="3041699"/>
              <a:ext cx="2048200" cy="1516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7" name="Google Shape;437;g3aebc82613d_1_89"/>
            <p:cNvPicPr preferRelativeResize="0"/>
            <p:nvPr/>
          </p:nvPicPr>
          <p:blipFill rotWithShape="1">
            <a:blip r:embed="rId4">
              <a:alphaModFix/>
            </a:blip>
            <a:srcRect b="50881" l="11254" r="13011" t="0"/>
            <a:stretch/>
          </p:blipFill>
          <p:spPr>
            <a:xfrm rot="5400000">
              <a:off x="-358013" y="2865168"/>
              <a:ext cx="1580494" cy="87673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8" name="Google Shape;438;g3aebc82613d_1_89"/>
            <p:cNvPicPr preferRelativeResize="0"/>
            <p:nvPr/>
          </p:nvPicPr>
          <p:blipFill rotWithShape="1">
            <a:blip r:embed="rId3">
              <a:alphaModFix/>
            </a:blip>
            <a:srcRect b="50811" l="0" r="0" t="4102"/>
            <a:stretch/>
          </p:blipFill>
          <p:spPr>
            <a:xfrm rot="5400000">
              <a:off x="-611169" y="3670544"/>
              <a:ext cx="2086798" cy="87673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9" name="Google Shape;439;g3aebc82613d_1_89"/>
            <p:cNvPicPr preferRelativeResize="0"/>
            <p:nvPr/>
          </p:nvPicPr>
          <p:blipFill rotWithShape="1">
            <a:blip r:embed="rId3">
              <a:alphaModFix/>
            </a:blip>
            <a:srcRect b="30035" l="5519" r="50850" t="-5104"/>
            <a:stretch/>
          </p:blipFill>
          <p:spPr>
            <a:xfrm rot="5400000">
              <a:off x="299210" y="3435075"/>
              <a:ext cx="1067033" cy="171089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40" name="Google Shape;440;g3aebc82613d_1_89"/>
            <p:cNvPicPr preferRelativeResize="0"/>
            <p:nvPr/>
          </p:nvPicPr>
          <p:blipFill rotWithShape="1">
            <a:blip r:embed="rId5">
              <a:alphaModFix/>
            </a:blip>
            <a:srcRect b="50443" l="0" r="0" t="0"/>
            <a:stretch/>
          </p:blipFill>
          <p:spPr>
            <a:xfrm rot="5400000">
              <a:off x="-380108" y="4181573"/>
              <a:ext cx="1328116" cy="61334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41" name="Google Shape;441;g3aebc82613d_1_89"/>
            <p:cNvPicPr preferRelativeResize="0"/>
            <p:nvPr/>
          </p:nvPicPr>
          <p:blipFill rotWithShape="1">
            <a:blip r:embed="rId5">
              <a:alphaModFix/>
            </a:blip>
            <a:srcRect b="50443" l="0" r="0" t="0"/>
            <a:stretch/>
          </p:blipFill>
          <p:spPr>
            <a:xfrm rot="5400000">
              <a:off x="71478" y="4181573"/>
              <a:ext cx="1328116" cy="61334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42" name="Google Shape;442;g3aebc82613d_1_89"/>
            <p:cNvPicPr preferRelativeResize="0"/>
            <p:nvPr/>
          </p:nvPicPr>
          <p:blipFill rotWithShape="1">
            <a:blip r:embed="rId3">
              <a:alphaModFix/>
            </a:blip>
            <a:srcRect b="47012" l="35435" r="12098" t="1038"/>
            <a:stretch/>
          </p:blipFill>
          <p:spPr>
            <a:xfrm rot="5400000">
              <a:off x="-103713" y="81012"/>
              <a:ext cx="2091325" cy="1929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43" name="Google Shape;443;g3aebc82613d_1_89"/>
            <p:cNvPicPr preferRelativeResize="0"/>
            <p:nvPr/>
          </p:nvPicPr>
          <p:blipFill rotWithShape="1">
            <a:blip r:embed="rId5">
              <a:alphaModFix/>
            </a:blip>
            <a:srcRect b="50443" l="0" r="0" t="0"/>
            <a:stretch/>
          </p:blipFill>
          <p:spPr>
            <a:xfrm rot="5400000">
              <a:off x="-230383" y="1816890"/>
              <a:ext cx="771750" cy="3563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44" name="Google Shape;444;g3aebc82613d_1_89"/>
            <p:cNvPicPr preferRelativeResize="0"/>
            <p:nvPr/>
          </p:nvPicPr>
          <p:blipFill rotWithShape="1">
            <a:blip r:embed="rId5">
              <a:alphaModFix/>
            </a:blip>
            <a:srcRect b="50443" l="0" r="0" t="0"/>
            <a:stretch/>
          </p:blipFill>
          <p:spPr>
            <a:xfrm rot="5400000">
              <a:off x="-517999" y="2755704"/>
              <a:ext cx="1840503" cy="8499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45" name="Google Shape;445;g3aebc82613d_1_89"/>
            <p:cNvPicPr preferRelativeResize="0"/>
            <p:nvPr/>
          </p:nvPicPr>
          <p:blipFill rotWithShape="1">
            <a:blip r:embed="rId4">
              <a:alphaModFix/>
            </a:blip>
            <a:srcRect b="50881" l="11254" r="13011" t="0"/>
            <a:stretch/>
          </p:blipFill>
          <p:spPr>
            <a:xfrm rot="5400000">
              <a:off x="-311303" y="3493776"/>
              <a:ext cx="1296169" cy="71901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46" name="Google Shape;446;g3aebc82613d_1_89"/>
          <p:cNvSpPr txBox="1"/>
          <p:nvPr>
            <p:ph type="title"/>
          </p:nvPr>
        </p:nvSpPr>
        <p:spPr>
          <a:xfrm>
            <a:off x="5318450" y="2415225"/>
            <a:ext cx="3806100" cy="154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4500"/>
              <a:t>Feature Engineering</a:t>
            </a:r>
            <a:endParaRPr sz="4500"/>
          </a:p>
        </p:txBody>
      </p:sp>
      <p:sp>
        <p:nvSpPr>
          <p:cNvPr id="447" name="Google Shape;447;g3aebc82613d_1_89"/>
          <p:cNvSpPr txBox="1"/>
          <p:nvPr>
            <p:ph idx="2" type="title"/>
          </p:nvPr>
        </p:nvSpPr>
        <p:spPr>
          <a:xfrm>
            <a:off x="5318450" y="1148175"/>
            <a:ext cx="1214100" cy="1016100"/>
          </a:xfrm>
          <a:prstGeom prst="rect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/>
              <a:t>06</a:t>
            </a:r>
            <a:endParaRPr/>
          </a:p>
        </p:txBody>
      </p:sp>
      <p:pic>
        <p:nvPicPr>
          <p:cNvPr id="448" name="Google Shape;448;g3aebc82613d_1_89"/>
          <p:cNvPicPr preferRelativeResize="0"/>
          <p:nvPr>
            <p:ph idx="3" type="pic"/>
          </p:nvPr>
        </p:nvPicPr>
        <p:blipFill rotWithShape="1">
          <a:blip r:embed="rId6">
            <a:alphaModFix/>
          </a:blip>
          <a:srcRect b="0" l="42831" r="3006" t="0"/>
          <a:stretch/>
        </p:blipFill>
        <p:spPr>
          <a:xfrm>
            <a:off x="0" y="0"/>
            <a:ext cx="3806223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3aebc82613d_1_477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 Engineering</a:t>
            </a:r>
            <a:endParaRPr/>
          </a:p>
        </p:txBody>
      </p:sp>
      <p:sp>
        <p:nvSpPr>
          <p:cNvPr id="454" name="Google Shape;454;g3aebc82613d_1_477"/>
          <p:cNvSpPr txBox="1"/>
          <p:nvPr>
            <p:ph idx="4294967295" type="subTitle"/>
          </p:nvPr>
        </p:nvSpPr>
        <p:spPr>
          <a:xfrm>
            <a:off x="720000" y="1112200"/>
            <a:ext cx="7320000" cy="281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"/>
              <a:t>Target Construction</a:t>
            </a:r>
            <a:endParaRPr b="1" i="1"/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Target variable: tsr_next_1m (Total return over the next month)</a:t>
            </a:r>
            <a:endParaRPr/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Calculation method: Price change + Dividends</a:t>
            </a:r>
            <a:endParaRPr/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Processing order: Sort by company, then apply shift()</a:t>
            </a:r>
            <a:endParaRPr/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"/>
              <a:t>Feature Categories</a:t>
            </a:r>
            <a:endParaRPr b="1" i="1"/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Lag features —— Capture time dependency (1, 3, 6 periods)</a:t>
            </a:r>
            <a:endParaRPr/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Rolling features —— Describe short-term trends and volatility (mean / std)</a:t>
            </a:r>
            <a:endParaRPr/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Interaction features —— Reflect relationships between economic variables (e.g., CPI × Unemp)</a:t>
            </a:r>
            <a:endParaRPr/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Time-based features —— Month, seasonal features one-hot encoded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3aed5519f1b_0_40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 Engineering</a:t>
            </a:r>
            <a:endParaRPr/>
          </a:p>
        </p:txBody>
      </p:sp>
      <p:sp>
        <p:nvSpPr>
          <p:cNvPr id="460" name="Google Shape;460;g3aed5519f1b_0_40"/>
          <p:cNvSpPr txBox="1"/>
          <p:nvPr>
            <p:ph idx="4294967295" type="subTitle"/>
          </p:nvPr>
        </p:nvSpPr>
        <p:spPr>
          <a:xfrm>
            <a:off x="720000" y="1112200"/>
            <a:ext cx="6870300" cy="376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"/>
              <a:t>Feature Cleaning &amp; Selection</a:t>
            </a:r>
            <a:endParaRPr b="1" i="1"/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Remove highly collinear features (|corr| &gt; 0.95)</a:t>
            </a:r>
            <a:endParaRPr/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Drop IDs and non-informative columns</a:t>
            </a:r>
            <a:endParaRPr/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Remove duplicated / unstable fields</a:t>
            </a:r>
            <a:endParaRPr/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Final feature set: numeric, stable, model-friendly</a:t>
            </a:r>
            <a:endParaRPr/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"/>
              <a:t>Feature Engineering Value</a:t>
            </a:r>
            <a:endParaRPr b="1" i="1"/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Strengthens time-series structure</a:t>
            </a:r>
            <a:endParaRPr/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Reduces noise and multicollinearity</a:t>
            </a:r>
            <a:endParaRPr/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Makes model training more stable and interpretable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5" name="Google Shape;465;g3aebc82613d_1_110"/>
          <p:cNvGrpSpPr/>
          <p:nvPr/>
        </p:nvGrpSpPr>
        <p:grpSpPr>
          <a:xfrm>
            <a:off x="3223437" y="2"/>
            <a:ext cx="2366779" cy="5143554"/>
            <a:chOff x="-22726" y="0"/>
            <a:chExt cx="2370809" cy="5152313"/>
          </a:xfrm>
        </p:grpSpPr>
        <p:pic>
          <p:nvPicPr>
            <p:cNvPr id="466" name="Google Shape;466;g3aebc82613d_1_110"/>
            <p:cNvPicPr preferRelativeResize="0"/>
            <p:nvPr/>
          </p:nvPicPr>
          <p:blipFill rotWithShape="1">
            <a:blip r:embed="rId3">
              <a:alphaModFix/>
            </a:blip>
            <a:srcRect b="30035" l="5517" r="0" t="-5104"/>
            <a:stretch/>
          </p:blipFill>
          <p:spPr>
            <a:xfrm rot="5400000">
              <a:off x="-361014" y="877812"/>
              <a:ext cx="2605925" cy="1929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7" name="Google Shape;467;g3aebc82613d_1_110"/>
            <p:cNvPicPr preferRelativeResize="0"/>
            <p:nvPr/>
          </p:nvPicPr>
          <p:blipFill rotWithShape="1">
            <a:blip r:embed="rId4">
              <a:alphaModFix/>
            </a:blip>
            <a:srcRect b="50881" l="11254" r="13011" t="0"/>
            <a:stretch/>
          </p:blipFill>
          <p:spPr>
            <a:xfrm rot="5400000">
              <a:off x="-487394" y="1982825"/>
              <a:ext cx="2190249" cy="121489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8" name="Google Shape;468;g3aebc82613d_1_110"/>
            <p:cNvPicPr preferRelativeResize="0"/>
            <p:nvPr/>
          </p:nvPicPr>
          <p:blipFill rotWithShape="1">
            <a:blip r:embed="rId3">
              <a:alphaModFix/>
            </a:blip>
            <a:srcRect b="50811" l="0" r="0" t="4102"/>
            <a:stretch/>
          </p:blipFill>
          <p:spPr>
            <a:xfrm rot="5400000">
              <a:off x="-838218" y="3098916"/>
              <a:ext cx="2891885" cy="121489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9" name="Google Shape;469;g3aebc82613d_1_110"/>
            <p:cNvPicPr preferRelativeResize="0"/>
            <p:nvPr/>
          </p:nvPicPr>
          <p:blipFill rotWithShape="1">
            <a:blip r:embed="rId3">
              <a:alphaModFix/>
            </a:blip>
            <a:srcRect b="30035" l="5516" r="37551" t="-5104"/>
            <a:stretch/>
          </p:blipFill>
          <p:spPr>
            <a:xfrm rot="5400000">
              <a:off x="197874" y="2998120"/>
              <a:ext cx="1929638" cy="237078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70" name="Google Shape;470;g3aebc82613d_1_110"/>
            <p:cNvPicPr preferRelativeResize="0"/>
            <p:nvPr/>
          </p:nvPicPr>
          <p:blipFill rotWithShape="1">
            <a:blip r:embed="rId3">
              <a:alphaModFix/>
            </a:blip>
            <a:srcRect b="30035" l="5517" r="0" t="-5104"/>
            <a:stretch/>
          </p:blipFill>
          <p:spPr>
            <a:xfrm rot="5400000">
              <a:off x="-288575" y="3041699"/>
              <a:ext cx="2048200" cy="1516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71" name="Google Shape;471;g3aebc82613d_1_110"/>
            <p:cNvPicPr preferRelativeResize="0"/>
            <p:nvPr/>
          </p:nvPicPr>
          <p:blipFill rotWithShape="1">
            <a:blip r:embed="rId4">
              <a:alphaModFix/>
            </a:blip>
            <a:srcRect b="50881" l="11254" r="13011" t="0"/>
            <a:stretch/>
          </p:blipFill>
          <p:spPr>
            <a:xfrm rot="5400000">
              <a:off x="-358013" y="2865168"/>
              <a:ext cx="1580494" cy="87673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72" name="Google Shape;472;g3aebc82613d_1_110"/>
            <p:cNvPicPr preferRelativeResize="0"/>
            <p:nvPr/>
          </p:nvPicPr>
          <p:blipFill rotWithShape="1">
            <a:blip r:embed="rId3">
              <a:alphaModFix/>
            </a:blip>
            <a:srcRect b="50811" l="0" r="0" t="4102"/>
            <a:stretch/>
          </p:blipFill>
          <p:spPr>
            <a:xfrm rot="5400000">
              <a:off x="-611169" y="3670544"/>
              <a:ext cx="2086798" cy="87673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73" name="Google Shape;473;g3aebc82613d_1_110"/>
            <p:cNvPicPr preferRelativeResize="0"/>
            <p:nvPr/>
          </p:nvPicPr>
          <p:blipFill rotWithShape="1">
            <a:blip r:embed="rId3">
              <a:alphaModFix/>
            </a:blip>
            <a:srcRect b="30035" l="5519" r="50850" t="-5104"/>
            <a:stretch/>
          </p:blipFill>
          <p:spPr>
            <a:xfrm rot="5400000">
              <a:off x="299210" y="3435075"/>
              <a:ext cx="1067033" cy="171089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74" name="Google Shape;474;g3aebc82613d_1_110"/>
            <p:cNvPicPr preferRelativeResize="0"/>
            <p:nvPr/>
          </p:nvPicPr>
          <p:blipFill rotWithShape="1">
            <a:blip r:embed="rId5">
              <a:alphaModFix/>
            </a:blip>
            <a:srcRect b="50443" l="0" r="0" t="0"/>
            <a:stretch/>
          </p:blipFill>
          <p:spPr>
            <a:xfrm rot="5400000">
              <a:off x="-380108" y="4181573"/>
              <a:ext cx="1328116" cy="61334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75" name="Google Shape;475;g3aebc82613d_1_110"/>
            <p:cNvPicPr preferRelativeResize="0"/>
            <p:nvPr/>
          </p:nvPicPr>
          <p:blipFill rotWithShape="1">
            <a:blip r:embed="rId5">
              <a:alphaModFix/>
            </a:blip>
            <a:srcRect b="50443" l="0" r="0" t="0"/>
            <a:stretch/>
          </p:blipFill>
          <p:spPr>
            <a:xfrm rot="5400000">
              <a:off x="71478" y="4181573"/>
              <a:ext cx="1328116" cy="61334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76" name="Google Shape;476;g3aebc82613d_1_110"/>
            <p:cNvPicPr preferRelativeResize="0"/>
            <p:nvPr/>
          </p:nvPicPr>
          <p:blipFill rotWithShape="1">
            <a:blip r:embed="rId3">
              <a:alphaModFix/>
            </a:blip>
            <a:srcRect b="47012" l="35435" r="12098" t="1038"/>
            <a:stretch/>
          </p:blipFill>
          <p:spPr>
            <a:xfrm rot="5400000">
              <a:off x="-103713" y="81012"/>
              <a:ext cx="2091325" cy="1929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77" name="Google Shape;477;g3aebc82613d_1_110"/>
            <p:cNvPicPr preferRelativeResize="0"/>
            <p:nvPr/>
          </p:nvPicPr>
          <p:blipFill rotWithShape="1">
            <a:blip r:embed="rId5">
              <a:alphaModFix/>
            </a:blip>
            <a:srcRect b="50443" l="0" r="0" t="0"/>
            <a:stretch/>
          </p:blipFill>
          <p:spPr>
            <a:xfrm rot="5400000">
              <a:off x="-230383" y="1816890"/>
              <a:ext cx="771750" cy="3563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78" name="Google Shape;478;g3aebc82613d_1_110"/>
            <p:cNvPicPr preferRelativeResize="0"/>
            <p:nvPr/>
          </p:nvPicPr>
          <p:blipFill rotWithShape="1">
            <a:blip r:embed="rId5">
              <a:alphaModFix/>
            </a:blip>
            <a:srcRect b="50443" l="0" r="0" t="0"/>
            <a:stretch/>
          </p:blipFill>
          <p:spPr>
            <a:xfrm rot="5400000">
              <a:off x="-517999" y="2755704"/>
              <a:ext cx="1840503" cy="8499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79" name="Google Shape;479;g3aebc82613d_1_110"/>
            <p:cNvPicPr preferRelativeResize="0"/>
            <p:nvPr/>
          </p:nvPicPr>
          <p:blipFill rotWithShape="1">
            <a:blip r:embed="rId4">
              <a:alphaModFix/>
            </a:blip>
            <a:srcRect b="50881" l="11254" r="13011" t="0"/>
            <a:stretch/>
          </p:blipFill>
          <p:spPr>
            <a:xfrm rot="5400000">
              <a:off x="-311303" y="3493776"/>
              <a:ext cx="1296169" cy="71901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80" name="Google Shape;480;g3aebc82613d_1_110"/>
          <p:cNvSpPr txBox="1"/>
          <p:nvPr>
            <p:ph type="title"/>
          </p:nvPr>
        </p:nvSpPr>
        <p:spPr>
          <a:xfrm>
            <a:off x="5318450" y="2415225"/>
            <a:ext cx="3451500" cy="154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4000"/>
              <a:t>Model Choice &amp; Rationale</a:t>
            </a:r>
            <a:endParaRPr sz="4000"/>
          </a:p>
        </p:txBody>
      </p:sp>
      <p:sp>
        <p:nvSpPr>
          <p:cNvPr id="481" name="Google Shape;481;g3aebc82613d_1_110"/>
          <p:cNvSpPr txBox="1"/>
          <p:nvPr>
            <p:ph idx="2" type="title"/>
          </p:nvPr>
        </p:nvSpPr>
        <p:spPr>
          <a:xfrm>
            <a:off x="5318450" y="1148175"/>
            <a:ext cx="1214100" cy="1016100"/>
          </a:xfrm>
          <a:prstGeom prst="rect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/>
              <a:t>07</a:t>
            </a:r>
            <a:endParaRPr/>
          </a:p>
        </p:txBody>
      </p:sp>
      <p:pic>
        <p:nvPicPr>
          <p:cNvPr id="482" name="Google Shape;482;g3aebc82613d_1_110"/>
          <p:cNvPicPr preferRelativeResize="0"/>
          <p:nvPr>
            <p:ph idx="3" type="pic"/>
          </p:nvPr>
        </p:nvPicPr>
        <p:blipFill rotWithShape="1">
          <a:blip r:embed="rId6">
            <a:alphaModFix/>
          </a:blip>
          <a:srcRect b="0" l="42831" r="3006" t="0"/>
          <a:stretch/>
        </p:blipFill>
        <p:spPr>
          <a:xfrm>
            <a:off x="0" y="0"/>
            <a:ext cx="3806223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aed5519f1b_0_47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Choice &amp; Rationale</a:t>
            </a:r>
            <a:endParaRPr/>
          </a:p>
        </p:txBody>
      </p:sp>
      <p:sp>
        <p:nvSpPr>
          <p:cNvPr id="488" name="Google Shape;488;g3aed5519f1b_0_47"/>
          <p:cNvSpPr txBox="1"/>
          <p:nvPr>
            <p:ph idx="4294967295" type="subTitle"/>
          </p:nvPr>
        </p:nvSpPr>
        <p:spPr>
          <a:xfrm>
            <a:off x="720000" y="1112200"/>
            <a:ext cx="6870300" cy="376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"/>
              <a:t>Model Selection</a:t>
            </a:r>
            <a:endParaRPr b="1" i="1"/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Linear models (Ridge / Lasso)</a:t>
            </a:r>
            <a:endParaRPr/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Tree-based models (Random Forest, Extra Trees)</a:t>
            </a:r>
            <a:endParaRPr/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Gradient Boosting / HGBR</a:t>
            </a:r>
            <a:endParaRPr/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"/>
              <a:t>Selection Strategy</a:t>
            </a:r>
            <a:endParaRPr b="1" i="1"/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Predictive power vs. interpretability</a:t>
            </a:r>
            <a:endParaRPr/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Stability vs. overfitting risk</a:t>
            </a:r>
            <a:endParaRPr/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Training cost vs. performance gain</a:t>
            </a:r>
            <a:endParaRPr/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Compatibility with time-series + engineered features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3" name="Google Shape;493;g3aebc82613d_1_158"/>
          <p:cNvGrpSpPr/>
          <p:nvPr/>
        </p:nvGrpSpPr>
        <p:grpSpPr>
          <a:xfrm>
            <a:off x="3223437" y="2"/>
            <a:ext cx="2366779" cy="5143554"/>
            <a:chOff x="-22726" y="0"/>
            <a:chExt cx="2370809" cy="5152313"/>
          </a:xfrm>
        </p:grpSpPr>
        <p:pic>
          <p:nvPicPr>
            <p:cNvPr id="494" name="Google Shape;494;g3aebc82613d_1_158"/>
            <p:cNvPicPr preferRelativeResize="0"/>
            <p:nvPr/>
          </p:nvPicPr>
          <p:blipFill rotWithShape="1">
            <a:blip r:embed="rId3">
              <a:alphaModFix/>
            </a:blip>
            <a:srcRect b="30035" l="5517" r="0" t="-5104"/>
            <a:stretch/>
          </p:blipFill>
          <p:spPr>
            <a:xfrm rot="5400000">
              <a:off x="-361014" y="877812"/>
              <a:ext cx="2605925" cy="1929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5" name="Google Shape;495;g3aebc82613d_1_158"/>
            <p:cNvPicPr preferRelativeResize="0"/>
            <p:nvPr/>
          </p:nvPicPr>
          <p:blipFill rotWithShape="1">
            <a:blip r:embed="rId4">
              <a:alphaModFix/>
            </a:blip>
            <a:srcRect b="50881" l="11254" r="13011" t="0"/>
            <a:stretch/>
          </p:blipFill>
          <p:spPr>
            <a:xfrm rot="5400000">
              <a:off x="-487394" y="1982825"/>
              <a:ext cx="2190249" cy="121489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6" name="Google Shape;496;g3aebc82613d_1_158"/>
            <p:cNvPicPr preferRelativeResize="0"/>
            <p:nvPr/>
          </p:nvPicPr>
          <p:blipFill rotWithShape="1">
            <a:blip r:embed="rId3">
              <a:alphaModFix/>
            </a:blip>
            <a:srcRect b="50811" l="0" r="0" t="4102"/>
            <a:stretch/>
          </p:blipFill>
          <p:spPr>
            <a:xfrm rot="5400000">
              <a:off x="-838218" y="3098916"/>
              <a:ext cx="2891885" cy="121489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7" name="Google Shape;497;g3aebc82613d_1_158"/>
            <p:cNvPicPr preferRelativeResize="0"/>
            <p:nvPr/>
          </p:nvPicPr>
          <p:blipFill rotWithShape="1">
            <a:blip r:embed="rId3">
              <a:alphaModFix/>
            </a:blip>
            <a:srcRect b="30035" l="5516" r="37551" t="-5104"/>
            <a:stretch/>
          </p:blipFill>
          <p:spPr>
            <a:xfrm rot="5400000">
              <a:off x="197874" y="2998120"/>
              <a:ext cx="1929638" cy="237078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8" name="Google Shape;498;g3aebc82613d_1_158"/>
            <p:cNvPicPr preferRelativeResize="0"/>
            <p:nvPr/>
          </p:nvPicPr>
          <p:blipFill rotWithShape="1">
            <a:blip r:embed="rId3">
              <a:alphaModFix/>
            </a:blip>
            <a:srcRect b="30035" l="5517" r="0" t="-5104"/>
            <a:stretch/>
          </p:blipFill>
          <p:spPr>
            <a:xfrm rot="5400000">
              <a:off x="-288575" y="3041699"/>
              <a:ext cx="2048200" cy="1516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9" name="Google Shape;499;g3aebc82613d_1_158"/>
            <p:cNvPicPr preferRelativeResize="0"/>
            <p:nvPr/>
          </p:nvPicPr>
          <p:blipFill rotWithShape="1">
            <a:blip r:embed="rId4">
              <a:alphaModFix/>
            </a:blip>
            <a:srcRect b="50881" l="11254" r="13011" t="0"/>
            <a:stretch/>
          </p:blipFill>
          <p:spPr>
            <a:xfrm rot="5400000">
              <a:off x="-358013" y="2865168"/>
              <a:ext cx="1580494" cy="87673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00" name="Google Shape;500;g3aebc82613d_1_158"/>
            <p:cNvPicPr preferRelativeResize="0"/>
            <p:nvPr/>
          </p:nvPicPr>
          <p:blipFill rotWithShape="1">
            <a:blip r:embed="rId3">
              <a:alphaModFix/>
            </a:blip>
            <a:srcRect b="50811" l="0" r="0" t="4102"/>
            <a:stretch/>
          </p:blipFill>
          <p:spPr>
            <a:xfrm rot="5400000">
              <a:off x="-611169" y="3670544"/>
              <a:ext cx="2086798" cy="87673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01" name="Google Shape;501;g3aebc82613d_1_158"/>
            <p:cNvPicPr preferRelativeResize="0"/>
            <p:nvPr/>
          </p:nvPicPr>
          <p:blipFill rotWithShape="1">
            <a:blip r:embed="rId3">
              <a:alphaModFix/>
            </a:blip>
            <a:srcRect b="30035" l="5519" r="50850" t="-5104"/>
            <a:stretch/>
          </p:blipFill>
          <p:spPr>
            <a:xfrm rot="5400000">
              <a:off x="299210" y="3435075"/>
              <a:ext cx="1067033" cy="171089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02" name="Google Shape;502;g3aebc82613d_1_158"/>
            <p:cNvPicPr preferRelativeResize="0"/>
            <p:nvPr/>
          </p:nvPicPr>
          <p:blipFill rotWithShape="1">
            <a:blip r:embed="rId5">
              <a:alphaModFix/>
            </a:blip>
            <a:srcRect b="50443" l="0" r="0" t="0"/>
            <a:stretch/>
          </p:blipFill>
          <p:spPr>
            <a:xfrm rot="5400000">
              <a:off x="-380108" y="4181573"/>
              <a:ext cx="1328116" cy="61334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03" name="Google Shape;503;g3aebc82613d_1_158"/>
            <p:cNvPicPr preferRelativeResize="0"/>
            <p:nvPr/>
          </p:nvPicPr>
          <p:blipFill rotWithShape="1">
            <a:blip r:embed="rId5">
              <a:alphaModFix/>
            </a:blip>
            <a:srcRect b="50443" l="0" r="0" t="0"/>
            <a:stretch/>
          </p:blipFill>
          <p:spPr>
            <a:xfrm rot="5400000">
              <a:off x="71478" y="4181573"/>
              <a:ext cx="1328116" cy="61334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04" name="Google Shape;504;g3aebc82613d_1_158"/>
            <p:cNvPicPr preferRelativeResize="0"/>
            <p:nvPr/>
          </p:nvPicPr>
          <p:blipFill rotWithShape="1">
            <a:blip r:embed="rId3">
              <a:alphaModFix/>
            </a:blip>
            <a:srcRect b="47012" l="35435" r="12098" t="1038"/>
            <a:stretch/>
          </p:blipFill>
          <p:spPr>
            <a:xfrm rot="5400000">
              <a:off x="-103713" y="81012"/>
              <a:ext cx="2091325" cy="1929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05" name="Google Shape;505;g3aebc82613d_1_158"/>
            <p:cNvPicPr preferRelativeResize="0"/>
            <p:nvPr/>
          </p:nvPicPr>
          <p:blipFill rotWithShape="1">
            <a:blip r:embed="rId5">
              <a:alphaModFix/>
            </a:blip>
            <a:srcRect b="50443" l="0" r="0" t="0"/>
            <a:stretch/>
          </p:blipFill>
          <p:spPr>
            <a:xfrm rot="5400000">
              <a:off x="-230383" y="1816890"/>
              <a:ext cx="771750" cy="3563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06" name="Google Shape;506;g3aebc82613d_1_158"/>
            <p:cNvPicPr preferRelativeResize="0"/>
            <p:nvPr/>
          </p:nvPicPr>
          <p:blipFill rotWithShape="1">
            <a:blip r:embed="rId5">
              <a:alphaModFix/>
            </a:blip>
            <a:srcRect b="50443" l="0" r="0" t="0"/>
            <a:stretch/>
          </p:blipFill>
          <p:spPr>
            <a:xfrm rot="5400000">
              <a:off x="-517999" y="2755704"/>
              <a:ext cx="1840503" cy="8499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07" name="Google Shape;507;g3aebc82613d_1_158"/>
            <p:cNvPicPr preferRelativeResize="0"/>
            <p:nvPr/>
          </p:nvPicPr>
          <p:blipFill rotWithShape="1">
            <a:blip r:embed="rId4">
              <a:alphaModFix/>
            </a:blip>
            <a:srcRect b="50881" l="11254" r="13011" t="0"/>
            <a:stretch/>
          </p:blipFill>
          <p:spPr>
            <a:xfrm rot="5400000">
              <a:off x="-311303" y="3493776"/>
              <a:ext cx="1296169" cy="71901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08" name="Google Shape;508;g3aebc82613d_1_158"/>
          <p:cNvSpPr txBox="1"/>
          <p:nvPr>
            <p:ph type="title"/>
          </p:nvPr>
        </p:nvSpPr>
        <p:spPr>
          <a:xfrm>
            <a:off x="4246825" y="2857875"/>
            <a:ext cx="4013100" cy="151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4400"/>
              <a:t>Model Evaluation &amp; Refinement</a:t>
            </a:r>
            <a:endParaRPr sz="4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 sz="4400"/>
          </a:p>
        </p:txBody>
      </p:sp>
      <p:sp>
        <p:nvSpPr>
          <p:cNvPr id="509" name="Google Shape;509;g3aebc82613d_1_158"/>
          <p:cNvSpPr txBox="1"/>
          <p:nvPr>
            <p:ph idx="2" type="title"/>
          </p:nvPr>
        </p:nvSpPr>
        <p:spPr>
          <a:xfrm>
            <a:off x="4246825" y="1008400"/>
            <a:ext cx="1214100" cy="1016100"/>
          </a:xfrm>
          <a:prstGeom prst="rect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/>
              <a:t>08</a:t>
            </a:r>
            <a:endParaRPr/>
          </a:p>
        </p:txBody>
      </p:sp>
      <p:pic>
        <p:nvPicPr>
          <p:cNvPr id="510" name="Google Shape;510;g3aebc82613d_1_158"/>
          <p:cNvPicPr preferRelativeResize="0"/>
          <p:nvPr>
            <p:ph idx="3" type="pic"/>
          </p:nvPr>
        </p:nvPicPr>
        <p:blipFill rotWithShape="1">
          <a:blip r:embed="rId6">
            <a:alphaModFix/>
          </a:blip>
          <a:srcRect b="0" l="42831" r="3006" t="0"/>
          <a:stretch/>
        </p:blipFill>
        <p:spPr>
          <a:xfrm>
            <a:off x="0" y="0"/>
            <a:ext cx="3806223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39186a1cada_0_7"/>
          <p:cNvSpPr txBox="1"/>
          <p:nvPr>
            <p:ph type="title"/>
          </p:nvPr>
        </p:nvSpPr>
        <p:spPr>
          <a:xfrm>
            <a:off x="572100" y="3997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Training, Testing &amp; Validation Strategy</a:t>
            </a:r>
            <a:endParaRPr/>
          </a:p>
        </p:txBody>
      </p:sp>
      <p:sp>
        <p:nvSpPr>
          <p:cNvPr id="516" name="Google Shape;516;g39186a1cada_0_7"/>
          <p:cNvSpPr txBox="1"/>
          <p:nvPr>
            <p:ph idx="1" type="body"/>
          </p:nvPr>
        </p:nvSpPr>
        <p:spPr>
          <a:xfrm>
            <a:off x="720000" y="1327550"/>
            <a:ext cx="7704000" cy="3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Timeline →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├─────────────┼──────┼──────┤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Training                                            Valid                 Test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(70%)                                              (15%)               (15%)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2015-2021                                        2021-22           2022-23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g39186a1cada_0_7"/>
          <p:cNvSpPr txBox="1"/>
          <p:nvPr/>
        </p:nvSpPr>
        <p:spPr>
          <a:xfrm>
            <a:off x="572100" y="2809875"/>
            <a:ext cx="6837600" cy="14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Temporal split</a:t>
            </a:r>
            <a:r>
              <a:rPr lang="en" sz="1800">
                <a:solidFill>
                  <a:schemeClr val="dk1"/>
                </a:solidFill>
              </a:rPr>
              <a:t> (not random): prevents look-ahead bias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Training on older data, test on newest data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Validation used for hyperparameter tuning &amp; model selection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39186a1cada_0_18"/>
          <p:cNvSpPr txBox="1"/>
          <p:nvPr>
            <p:ph type="title"/>
          </p:nvPr>
        </p:nvSpPr>
        <p:spPr>
          <a:xfrm>
            <a:off x="720000" y="539500"/>
            <a:ext cx="825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Evaluation Metrics - How We Measure </a:t>
            </a:r>
            <a:endParaRPr/>
          </a:p>
        </p:txBody>
      </p:sp>
      <p:sp>
        <p:nvSpPr>
          <p:cNvPr id="523" name="Google Shape;523;g39186a1cada_0_18"/>
          <p:cNvSpPr txBox="1"/>
          <p:nvPr/>
        </p:nvSpPr>
        <p:spPr>
          <a:xfrm>
            <a:off x="618650" y="1400400"/>
            <a:ext cx="3645900" cy="17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</a:rPr>
              <a:t>RMSE (Root Mean Squared Error)</a:t>
            </a:r>
            <a:endParaRPr b="1"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Formula: √(Σ(actual - predicted)²/n)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 sz="1200">
                <a:solidFill>
                  <a:schemeClr val="dk1"/>
                </a:solidFill>
              </a:rPr>
              <a:t>Our result: 0.018</a:t>
            </a:r>
            <a:r>
              <a:rPr lang="en" sz="1200">
                <a:solidFill>
                  <a:schemeClr val="dk1"/>
                </a:solidFill>
              </a:rPr>
              <a:t> (1.8% average error)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Why use it: Penalizes large errors heavily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</p:txBody>
      </p:sp>
      <p:sp>
        <p:nvSpPr>
          <p:cNvPr id="524" name="Google Shape;524;g39186a1cada_0_18"/>
          <p:cNvSpPr txBox="1"/>
          <p:nvPr/>
        </p:nvSpPr>
        <p:spPr>
          <a:xfrm>
            <a:off x="4346150" y="1400400"/>
            <a:ext cx="3645900" cy="10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</a:rPr>
              <a:t>MAE (Mean Absolute Error)</a:t>
            </a:r>
            <a:endParaRPr b="1"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Formula: Σ|actual - predicted|/n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 sz="1200">
                <a:solidFill>
                  <a:schemeClr val="dk1"/>
                </a:solidFill>
              </a:rPr>
              <a:t>Our result: 0.014</a:t>
            </a:r>
            <a:r>
              <a:rPr lang="en" sz="1200">
                <a:solidFill>
                  <a:schemeClr val="dk1"/>
                </a:solidFill>
              </a:rPr>
              <a:t> (1.4% average error)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Why use it: Easy to interpret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</p:txBody>
      </p:sp>
      <p:sp>
        <p:nvSpPr>
          <p:cNvPr id="525" name="Google Shape;525;g39186a1cada_0_18"/>
          <p:cNvSpPr txBox="1"/>
          <p:nvPr/>
        </p:nvSpPr>
        <p:spPr>
          <a:xfrm>
            <a:off x="618650" y="3042825"/>
            <a:ext cx="3832200" cy="12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</a:rPr>
              <a:t>R² (R-squared)</a:t>
            </a:r>
            <a:endParaRPr b="1"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Measures % of variance explained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 sz="1200">
                <a:solidFill>
                  <a:schemeClr val="dk1"/>
                </a:solidFill>
              </a:rPr>
              <a:t>Our result: 0.969</a:t>
            </a:r>
            <a:r>
              <a:rPr lang="en" sz="1200">
                <a:solidFill>
                  <a:schemeClr val="dk1"/>
                </a:solidFill>
              </a:rPr>
              <a:t> (96.9% variance explained)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Why use it: Shows overall model fit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</p:txBody>
      </p:sp>
      <p:sp>
        <p:nvSpPr>
          <p:cNvPr id="526" name="Google Shape;526;g39186a1cada_0_18"/>
          <p:cNvSpPr txBox="1"/>
          <p:nvPr/>
        </p:nvSpPr>
        <p:spPr>
          <a:xfrm>
            <a:off x="4346150" y="3042825"/>
            <a:ext cx="3902100" cy="12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</a:rPr>
              <a:t> MAPE (Mean Absolute Percentage Error)</a:t>
            </a:r>
            <a:endParaRPr b="1"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Formula: Σ(|actual - predicted|/actual)/n × 100%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 sz="1200">
                <a:solidFill>
                  <a:schemeClr val="dk1"/>
                </a:solidFill>
              </a:rPr>
              <a:t>Our result: ~7%</a:t>
            </a:r>
            <a:endParaRPr b="1"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Why use it: Scale-independent comparison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39186a1cada_0_44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Performance Comparison</a:t>
            </a:r>
            <a:endParaRPr/>
          </a:p>
        </p:txBody>
      </p:sp>
      <p:sp>
        <p:nvSpPr>
          <p:cNvPr id="532" name="Google Shape;532;g39186a1cada_0_44"/>
          <p:cNvSpPr txBox="1"/>
          <p:nvPr>
            <p:ph idx="1" type="body"/>
          </p:nvPr>
        </p:nvSpPr>
        <p:spPr>
          <a:xfrm>
            <a:off x="720000" y="1112200"/>
            <a:ext cx="7704000" cy="37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| Model Family             | Configuration       | Train RMSE | Valid RMSE | Test RMSE | Test R² |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|--------------------         |----------------------|-------------- |------------       |-----------|---------|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| **Lasso**                   | alpha=0.0005      | 0.024       | 0.025             | 0.025     | 0.910   |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| **Lasso**                   | alpha=0.001         | 0.024       | 0.025             | 0.025     | 0.911   |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| **Lasso**                   | alpha=0.005        | 0.025       | 0.026             | 0.026     | 0.905   |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| **Random Forest**  | n=200, d=5            | 0.015        | 0.020            | 0.021      | 0.945   |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| **Random Forest**  | n=300, d=8            | 0.012        | 0.019            | 0.020      | 0.950   |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| **Random Forest**  | n=500, d=10          | 0.010        | 0.019            | 0.020      | 0.952   |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| **Gradient Boosting** | n=200, lr=0.05   | 0.014        | 0.019            | 0.019      | 0.960   |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| **Gradient Boosting** | n=300, lr=0.05   | 0.013        | 0.018            | 0.018      | 0.965   |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| **GB (Winner)**    | n=300, lr=0.03       | **</a:t>
            </a:r>
            <a:r>
              <a:rPr lang="en" sz="1400">
                <a:solidFill>
                  <a:srgbClr val="FF0000"/>
                </a:solidFill>
              </a:rPr>
              <a:t>0.012*</a:t>
            </a:r>
            <a:r>
              <a:rPr lang="en" sz="1400"/>
              <a:t>*  | **</a:t>
            </a:r>
            <a:r>
              <a:rPr lang="en" sz="1400">
                <a:solidFill>
                  <a:srgbClr val="FF0000"/>
                </a:solidFill>
              </a:rPr>
              <a:t>0.018</a:t>
            </a:r>
            <a:r>
              <a:rPr lang="en" sz="1400"/>
              <a:t>**  | **</a:t>
            </a:r>
            <a:r>
              <a:rPr lang="en" sz="1400">
                <a:solidFill>
                  <a:srgbClr val="FF0000"/>
                </a:solidFill>
              </a:rPr>
              <a:t>0.018*</a:t>
            </a:r>
            <a:r>
              <a:rPr lang="en" sz="1400"/>
              <a:t>*      | **0.969** |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Reasons for Selection: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Arial"/>
                <a:ea typeface="Arial"/>
                <a:cs typeface="Arial"/>
                <a:sym typeface="Arial"/>
              </a:rPr>
              <a:t>lowest RMSE and highest R²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 on both the validation and test sets.</a:t>
            </a:r>
            <a:endParaRPr b="1"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Arial"/>
                <a:ea typeface="Arial"/>
                <a:cs typeface="Arial"/>
                <a:sym typeface="Arial"/>
              </a:rPr>
              <a:t>moderate model complexity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, avoiding the overfitting issues</a:t>
            </a:r>
            <a:endParaRPr b="1"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39186a1cada_0_56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Data-Centric AI Approach </a:t>
            </a:r>
            <a:endParaRPr/>
          </a:p>
        </p:txBody>
      </p:sp>
      <p:sp>
        <p:nvSpPr>
          <p:cNvPr id="538" name="Google Shape;538;g39186a1cada_0_56"/>
          <p:cNvSpPr txBox="1"/>
          <p:nvPr>
            <p:ph idx="1" type="body"/>
          </p:nvPr>
        </p:nvSpPr>
        <p:spPr>
          <a:xfrm>
            <a:off x="720000" y="1094600"/>
            <a:ext cx="7704000" cy="3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latin typeface="Arial"/>
                <a:ea typeface="Arial"/>
                <a:cs typeface="Arial"/>
                <a:sym typeface="Arial"/>
              </a:rPr>
              <a:t>Step 1: Error Analysis</a:t>
            </a:r>
            <a:endParaRPr b="1"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Identified top 10% high-error samples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Found patterns: extreme market events, data quality issues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latin typeface="Arial"/>
                <a:ea typeface="Arial"/>
                <a:cs typeface="Arial"/>
                <a:sym typeface="Arial"/>
              </a:rPr>
              <a:t>Step 2: Data Refinement</a:t>
            </a:r>
            <a:endParaRPr b="1"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❌ Removed top 5% outliers (extreme prediction errors)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🔄 Applied RobustScaler (less sensitive to outliers)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latin typeface="Arial"/>
                <a:ea typeface="Arial"/>
                <a:cs typeface="Arial"/>
                <a:sym typeface="Arial"/>
              </a:rPr>
              <a:t>Step 3: Retrain with Same Model</a:t>
            </a:r>
            <a:endParaRPr b="1"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Used exact same Gradient Boosting config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Only changed the data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539" name="Google Shape;539;g39186a1cada_0_56"/>
          <p:cNvSpPr txBox="1"/>
          <p:nvPr/>
        </p:nvSpPr>
        <p:spPr>
          <a:xfrm>
            <a:off x="6140000" y="3338100"/>
            <a:ext cx="2842200" cy="18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Baseline: Valid RMSE = 0.0182 </a:t>
            </a:r>
            <a:endParaRPr>
              <a:solidFill>
                <a:schemeClr val="dk1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Refined: Valid RMSE = 0.0180 Improvement: -0.0002 (minimal but systematic)</a:t>
            </a:r>
            <a:endParaRPr>
              <a:solidFill>
                <a:schemeClr val="dk1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4" name="Google Shape;544;g3aebc82613d_1_179"/>
          <p:cNvGrpSpPr/>
          <p:nvPr/>
        </p:nvGrpSpPr>
        <p:grpSpPr>
          <a:xfrm>
            <a:off x="3072012" y="-23"/>
            <a:ext cx="2366779" cy="5143554"/>
            <a:chOff x="-22726" y="0"/>
            <a:chExt cx="2370809" cy="5152313"/>
          </a:xfrm>
        </p:grpSpPr>
        <p:pic>
          <p:nvPicPr>
            <p:cNvPr id="545" name="Google Shape;545;g3aebc82613d_1_179"/>
            <p:cNvPicPr preferRelativeResize="0"/>
            <p:nvPr/>
          </p:nvPicPr>
          <p:blipFill rotWithShape="1">
            <a:blip r:embed="rId3">
              <a:alphaModFix/>
            </a:blip>
            <a:srcRect b="30035" l="5517" r="0" t="-5104"/>
            <a:stretch/>
          </p:blipFill>
          <p:spPr>
            <a:xfrm rot="5400000">
              <a:off x="-361014" y="877812"/>
              <a:ext cx="2605925" cy="1929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46" name="Google Shape;546;g3aebc82613d_1_179"/>
            <p:cNvPicPr preferRelativeResize="0"/>
            <p:nvPr/>
          </p:nvPicPr>
          <p:blipFill rotWithShape="1">
            <a:blip r:embed="rId4">
              <a:alphaModFix/>
            </a:blip>
            <a:srcRect b="50881" l="11254" r="13011" t="0"/>
            <a:stretch/>
          </p:blipFill>
          <p:spPr>
            <a:xfrm rot="5400000">
              <a:off x="-487394" y="1982825"/>
              <a:ext cx="2190249" cy="121489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47" name="Google Shape;547;g3aebc82613d_1_179"/>
            <p:cNvPicPr preferRelativeResize="0"/>
            <p:nvPr/>
          </p:nvPicPr>
          <p:blipFill rotWithShape="1">
            <a:blip r:embed="rId3">
              <a:alphaModFix/>
            </a:blip>
            <a:srcRect b="50811" l="0" r="0" t="4102"/>
            <a:stretch/>
          </p:blipFill>
          <p:spPr>
            <a:xfrm rot="5400000">
              <a:off x="-838218" y="3098916"/>
              <a:ext cx="2891885" cy="121489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48" name="Google Shape;548;g3aebc82613d_1_179"/>
            <p:cNvPicPr preferRelativeResize="0"/>
            <p:nvPr/>
          </p:nvPicPr>
          <p:blipFill rotWithShape="1">
            <a:blip r:embed="rId3">
              <a:alphaModFix/>
            </a:blip>
            <a:srcRect b="30035" l="5516" r="37551" t="-5104"/>
            <a:stretch/>
          </p:blipFill>
          <p:spPr>
            <a:xfrm rot="5400000">
              <a:off x="197874" y="2998120"/>
              <a:ext cx="1929638" cy="237078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49" name="Google Shape;549;g3aebc82613d_1_179"/>
            <p:cNvPicPr preferRelativeResize="0"/>
            <p:nvPr/>
          </p:nvPicPr>
          <p:blipFill rotWithShape="1">
            <a:blip r:embed="rId3">
              <a:alphaModFix/>
            </a:blip>
            <a:srcRect b="30035" l="5517" r="0" t="-5104"/>
            <a:stretch/>
          </p:blipFill>
          <p:spPr>
            <a:xfrm rot="5400000">
              <a:off x="-288575" y="3041699"/>
              <a:ext cx="2048200" cy="1516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50" name="Google Shape;550;g3aebc82613d_1_179"/>
            <p:cNvPicPr preferRelativeResize="0"/>
            <p:nvPr/>
          </p:nvPicPr>
          <p:blipFill rotWithShape="1">
            <a:blip r:embed="rId4">
              <a:alphaModFix/>
            </a:blip>
            <a:srcRect b="50881" l="11254" r="13011" t="0"/>
            <a:stretch/>
          </p:blipFill>
          <p:spPr>
            <a:xfrm rot="5400000">
              <a:off x="-358013" y="2865168"/>
              <a:ext cx="1580494" cy="87673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51" name="Google Shape;551;g3aebc82613d_1_179"/>
            <p:cNvPicPr preferRelativeResize="0"/>
            <p:nvPr/>
          </p:nvPicPr>
          <p:blipFill rotWithShape="1">
            <a:blip r:embed="rId3">
              <a:alphaModFix/>
            </a:blip>
            <a:srcRect b="50811" l="0" r="0" t="4102"/>
            <a:stretch/>
          </p:blipFill>
          <p:spPr>
            <a:xfrm rot="5400000">
              <a:off x="-611169" y="3670544"/>
              <a:ext cx="2086798" cy="87673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52" name="Google Shape;552;g3aebc82613d_1_179"/>
            <p:cNvPicPr preferRelativeResize="0"/>
            <p:nvPr/>
          </p:nvPicPr>
          <p:blipFill rotWithShape="1">
            <a:blip r:embed="rId3">
              <a:alphaModFix/>
            </a:blip>
            <a:srcRect b="30035" l="5519" r="50850" t="-5104"/>
            <a:stretch/>
          </p:blipFill>
          <p:spPr>
            <a:xfrm rot="5400000">
              <a:off x="299210" y="3435075"/>
              <a:ext cx="1067033" cy="171089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53" name="Google Shape;553;g3aebc82613d_1_179"/>
            <p:cNvPicPr preferRelativeResize="0"/>
            <p:nvPr/>
          </p:nvPicPr>
          <p:blipFill rotWithShape="1">
            <a:blip r:embed="rId5">
              <a:alphaModFix/>
            </a:blip>
            <a:srcRect b="50443" l="0" r="0" t="0"/>
            <a:stretch/>
          </p:blipFill>
          <p:spPr>
            <a:xfrm rot="5400000">
              <a:off x="-380108" y="4181573"/>
              <a:ext cx="1328116" cy="61334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54" name="Google Shape;554;g3aebc82613d_1_179"/>
            <p:cNvPicPr preferRelativeResize="0"/>
            <p:nvPr/>
          </p:nvPicPr>
          <p:blipFill rotWithShape="1">
            <a:blip r:embed="rId5">
              <a:alphaModFix/>
            </a:blip>
            <a:srcRect b="50443" l="0" r="0" t="0"/>
            <a:stretch/>
          </p:blipFill>
          <p:spPr>
            <a:xfrm rot="5400000">
              <a:off x="71478" y="4181573"/>
              <a:ext cx="1328116" cy="61334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55" name="Google Shape;555;g3aebc82613d_1_179"/>
            <p:cNvPicPr preferRelativeResize="0"/>
            <p:nvPr/>
          </p:nvPicPr>
          <p:blipFill rotWithShape="1">
            <a:blip r:embed="rId3">
              <a:alphaModFix/>
            </a:blip>
            <a:srcRect b="47012" l="35435" r="12098" t="1038"/>
            <a:stretch/>
          </p:blipFill>
          <p:spPr>
            <a:xfrm rot="5400000">
              <a:off x="-103713" y="81012"/>
              <a:ext cx="2091325" cy="1929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56" name="Google Shape;556;g3aebc82613d_1_179"/>
            <p:cNvPicPr preferRelativeResize="0"/>
            <p:nvPr/>
          </p:nvPicPr>
          <p:blipFill rotWithShape="1">
            <a:blip r:embed="rId5">
              <a:alphaModFix/>
            </a:blip>
            <a:srcRect b="50443" l="0" r="0" t="0"/>
            <a:stretch/>
          </p:blipFill>
          <p:spPr>
            <a:xfrm rot="5400000">
              <a:off x="-230383" y="1816890"/>
              <a:ext cx="771750" cy="3563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57" name="Google Shape;557;g3aebc82613d_1_179"/>
            <p:cNvPicPr preferRelativeResize="0"/>
            <p:nvPr/>
          </p:nvPicPr>
          <p:blipFill rotWithShape="1">
            <a:blip r:embed="rId5">
              <a:alphaModFix/>
            </a:blip>
            <a:srcRect b="50443" l="0" r="0" t="0"/>
            <a:stretch/>
          </p:blipFill>
          <p:spPr>
            <a:xfrm rot="5400000">
              <a:off x="-517999" y="2755704"/>
              <a:ext cx="1840503" cy="8499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58" name="Google Shape;558;g3aebc82613d_1_179"/>
            <p:cNvPicPr preferRelativeResize="0"/>
            <p:nvPr/>
          </p:nvPicPr>
          <p:blipFill rotWithShape="1">
            <a:blip r:embed="rId4">
              <a:alphaModFix/>
            </a:blip>
            <a:srcRect b="50881" l="11254" r="13011" t="0"/>
            <a:stretch/>
          </p:blipFill>
          <p:spPr>
            <a:xfrm rot="5400000">
              <a:off x="-311303" y="3493776"/>
              <a:ext cx="1296169" cy="71901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59" name="Google Shape;559;g3aebc82613d_1_179"/>
          <p:cNvSpPr txBox="1"/>
          <p:nvPr>
            <p:ph type="title"/>
          </p:nvPr>
        </p:nvSpPr>
        <p:spPr>
          <a:xfrm>
            <a:off x="4468125" y="2508425"/>
            <a:ext cx="4524600" cy="154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B</a:t>
            </a:r>
            <a:r>
              <a:rPr lang="en"/>
              <a:t>ias &amp; </a:t>
            </a:r>
            <a:r>
              <a:rPr lang="en"/>
              <a:t>Ethical</a:t>
            </a:r>
            <a:r>
              <a:rPr lang="en"/>
              <a:t> Consideration</a:t>
            </a:r>
            <a:endParaRPr/>
          </a:p>
        </p:txBody>
      </p:sp>
      <p:sp>
        <p:nvSpPr>
          <p:cNvPr id="560" name="Google Shape;560;g3aebc82613d_1_179"/>
          <p:cNvSpPr txBox="1"/>
          <p:nvPr>
            <p:ph idx="2" type="title"/>
          </p:nvPr>
        </p:nvSpPr>
        <p:spPr>
          <a:xfrm>
            <a:off x="4619550" y="950150"/>
            <a:ext cx="1214100" cy="1016100"/>
          </a:xfrm>
          <a:prstGeom prst="rect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/>
              <a:t>09</a:t>
            </a:r>
            <a:endParaRPr/>
          </a:p>
        </p:txBody>
      </p:sp>
      <p:pic>
        <p:nvPicPr>
          <p:cNvPr id="561" name="Google Shape;561;g3aebc82613d_1_179"/>
          <p:cNvPicPr preferRelativeResize="0"/>
          <p:nvPr>
            <p:ph idx="3" type="pic"/>
          </p:nvPr>
        </p:nvPicPr>
        <p:blipFill rotWithShape="1">
          <a:blip r:embed="rId6">
            <a:alphaModFix/>
          </a:blip>
          <a:srcRect b="0" l="42831" r="3006" t="0"/>
          <a:stretch/>
        </p:blipFill>
        <p:spPr>
          <a:xfrm>
            <a:off x="0" y="0"/>
            <a:ext cx="3806223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g39186a1cada_0_67"/>
          <p:cNvSpPr txBox="1"/>
          <p:nvPr>
            <p:ph type="title"/>
          </p:nvPr>
        </p:nvSpPr>
        <p:spPr>
          <a:xfrm>
            <a:off x="677575" y="3168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Bias Analysis - Fairness Across Companies</a:t>
            </a:r>
            <a:endParaRPr/>
          </a:p>
        </p:txBody>
      </p:sp>
      <p:sp>
        <p:nvSpPr>
          <p:cNvPr id="567" name="Google Shape;567;g39186a1cada_0_67"/>
          <p:cNvSpPr txBox="1"/>
          <p:nvPr>
            <p:ph idx="1" type="body"/>
          </p:nvPr>
        </p:nvSpPr>
        <p:spPr>
          <a:xfrm>
            <a:off x="783650" y="967325"/>
            <a:ext cx="7704000" cy="3189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Arial"/>
                <a:ea typeface="Arial"/>
                <a:cs typeface="Arial"/>
                <a:sym typeface="Arial"/>
              </a:rPr>
              <a:t>Bias = Model performs differently for different groups</a:t>
            </a:r>
            <a:r>
              <a:rPr lang="en" sz="1600">
                <a:latin typeface="Arial"/>
                <a:ea typeface="Arial"/>
                <a:cs typeface="Arial"/>
                <a:sym typeface="Arial"/>
              </a:rPr>
              <a:t> In our case: Does the model work equally well for all 6 REITs?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Arial"/>
                <a:ea typeface="Arial"/>
                <a:cs typeface="Arial"/>
                <a:sym typeface="Arial"/>
              </a:rPr>
              <a:t>Company    Metro         MAE       RMSE    R²      Sample Size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Arial"/>
                <a:ea typeface="Arial"/>
                <a:cs typeface="Arial"/>
                <a:sym typeface="Arial"/>
              </a:rPr>
              <a:t>---------------------------------------------------------------------------------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Arial"/>
                <a:ea typeface="Arial"/>
                <a:cs typeface="Arial"/>
                <a:sym typeface="Arial"/>
              </a:rPr>
              <a:t>BXP        Boston            </a:t>
            </a:r>
            <a:r>
              <a:rPr lang="en" sz="1600">
                <a:solidFill>
                  <a:srgbClr val="E76A28"/>
                </a:solidFill>
                <a:latin typeface="Arial"/>
                <a:ea typeface="Arial"/>
                <a:cs typeface="Arial"/>
                <a:sym typeface="Arial"/>
              </a:rPr>
              <a:t>0.012</a:t>
            </a:r>
            <a:r>
              <a:rPr lang="en" sz="1600">
                <a:latin typeface="Arial"/>
                <a:ea typeface="Arial"/>
                <a:cs typeface="Arial"/>
                <a:sym typeface="Arial"/>
              </a:rPr>
              <a:t>     0.016   0.975      180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Arial"/>
                <a:ea typeface="Arial"/>
                <a:cs typeface="Arial"/>
                <a:sym typeface="Arial"/>
              </a:rPr>
              <a:t>SLG        New York     </a:t>
            </a:r>
            <a:r>
              <a:rPr lang="en" sz="1600">
                <a:solidFill>
                  <a:srgbClr val="E76A28"/>
                </a:solidFill>
                <a:latin typeface="Arial"/>
                <a:ea typeface="Arial"/>
                <a:cs typeface="Arial"/>
                <a:sym typeface="Arial"/>
              </a:rPr>
              <a:t>   0.017   </a:t>
            </a:r>
            <a:r>
              <a:rPr lang="en" sz="1600">
                <a:latin typeface="Arial"/>
                <a:ea typeface="Arial"/>
                <a:cs typeface="Arial"/>
                <a:sym typeface="Arial"/>
              </a:rPr>
              <a:t>  0.021   0.955      180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Arial"/>
                <a:ea typeface="Arial"/>
                <a:cs typeface="Arial"/>
                <a:sym typeface="Arial"/>
              </a:rPr>
              <a:t>ELME      Washington    0.014     0.018   0.968      180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Arial"/>
                <a:ea typeface="Arial"/>
                <a:cs typeface="Arial"/>
                <a:sym typeface="Arial"/>
              </a:rPr>
              <a:t>EQR        Chicago         0.013     0.017   0.970       180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Arial"/>
                <a:ea typeface="Arial"/>
                <a:cs typeface="Arial"/>
                <a:sym typeface="Arial"/>
              </a:rPr>
              <a:t>REXR      Los Angeles   0.015     0.019   0.962       180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Arial"/>
                <a:ea typeface="Arial"/>
                <a:cs typeface="Arial"/>
                <a:sym typeface="Arial"/>
              </a:rPr>
              <a:t>TRNO       Miami            0.016     0.020   0.958   </a:t>
            </a:r>
            <a:r>
              <a:rPr lang="en" sz="1600"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lang="en" sz="1600">
                <a:latin typeface="Arial"/>
                <a:ea typeface="Arial"/>
                <a:cs typeface="Arial"/>
                <a:sym typeface="Arial"/>
              </a:rPr>
              <a:t>180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g39186a1cada_0_67"/>
          <p:cNvSpPr txBox="1"/>
          <p:nvPr/>
        </p:nvSpPr>
        <p:spPr>
          <a:xfrm>
            <a:off x="783650" y="4056200"/>
            <a:ext cx="7350300" cy="7455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⚠️ </a:t>
            </a:r>
            <a:r>
              <a:rPr b="1" lang="en" sz="1600">
                <a:solidFill>
                  <a:schemeClr val="dk1"/>
                </a:solidFill>
              </a:rPr>
              <a:t>Moderate bias detected</a:t>
            </a:r>
            <a:r>
              <a:rPr lang="en" sz="1600">
                <a:solidFill>
                  <a:schemeClr val="dk1"/>
                </a:solidFill>
              </a:rPr>
              <a:t>: MAE varies by ~40% across companies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🔍 </a:t>
            </a:r>
            <a:r>
              <a:rPr b="1" lang="en" sz="1600">
                <a:solidFill>
                  <a:schemeClr val="dk1"/>
                </a:solidFill>
              </a:rPr>
              <a:t>Pattern</a:t>
            </a:r>
            <a:r>
              <a:rPr lang="en" sz="1600">
                <a:solidFill>
                  <a:schemeClr val="dk1"/>
                </a:solidFill>
              </a:rPr>
              <a:t>: Smaller, more volatile REITs have higher errors (SLG, TRNO)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🔍 </a:t>
            </a:r>
            <a:r>
              <a:rPr b="1" lang="en" sz="1600">
                <a:solidFill>
                  <a:schemeClr val="dk1"/>
                </a:solidFill>
              </a:rPr>
              <a:t>Why</a:t>
            </a:r>
            <a:r>
              <a:rPr lang="en" sz="1600">
                <a:solidFill>
                  <a:schemeClr val="dk1"/>
                </a:solidFill>
              </a:rPr>
              <a:t>: These companies have less liquid markets, more idiosyncratic shocks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39186a1cada_0_78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Ethical Considerations</a:t>
            </a:r>
            <a:endParaRPr/>
          </a:p>
        </p:txBody>
      </p:sp>
      <p:sp>
        <p:nvSpPr>
          <p:cNvPr id="574" name="Google Shape;574;g39186a1cada_0_78"/>
          <p:cNvSpPr txBox="1"/>
          <p:nvPr>
            <p:ph idx="1" type="body"/>
          </p:nvPr>
        </p:nvSpPr>
        <p:spPr>
          <a:xfrm>
            <a:off x="720000" y="1094600"/>
            <a:ext cx="7704000" cy="3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latin typeface="Arial"/>
                <a:ea typeface="Arial"/>
                <a:cs typeface="Arial"/>
                <a:sym typeface="Arial"/>
              </a:rPr>
              <a:t>1️⃣ Fairness Issues</a:t>
            </a:r>
            <a:endParaRPr b="1"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Model less accurate for smaller REITs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b="1" lang="en" sz="1400">
                <a:latin typeface="Arial"/>
                <a:ea typeface="Arial"/>
                <a:cs typeface="Arial"/>
                <a:sym typeface="Arial"/>
              </a:rPr>
              <a:t>Impact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: Could disadvantage investors in these companies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b="1" lang="en" sz="1400">
                <a:latin typeface="Arial"/>
                <a:ea typeface="Arial"/>
                <a:cs typeface="Arial"/>
                <a:sym typeface="Arial"/>
              </a:rPr>
              <a:t>Mitigation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: Clearly document performance by company; consider company-specific models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latin typeface="Arial"/>
                <a:ea typeface="Arial"/>
                <a:cs typeface="Arial"/>
                <a:sym typeface="Arial"/>
              </a:rPr>
              <a:t>2️⃣ Use Case Risks</a:t>
            </a:r>
            <a:endParaRPr b="1"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⚠️ Model should NOT be used for: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High-frequency trading (designed for monthly predictions)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Leveraged positions (1.4% error can amplify to large losses)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Individual investment decisions without human oversight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9" name="Google Shape;579;g3aebc82613d_1_242"/>
          <p:cNvGrpSpPr/>
          <p:nvPr/>
        </p:nvGrpSpPr>
        <p:grpSpPr>
          <a:xfrm>
            <a:off x="3223437" y="2"/>
            <a:ext cx="2366779" cy="5143554"/>
            <a:chOff x="-22726" y="0"/>
            <a:chExt cx="2370809" cy="5152313"/>
          </a:xfrm>
        </p:grpSpPr>
        <p:pic>
          <p:nvPicPr>
            <p:cNvPr id="580" name="Google Shape;580;g3aebc82613d_1_242"/>
            <p:cNvPicPr preferRelativeResize="0"/>
            <p:nvPr/>
          </p:nvPicPr>
          <p:blipFill rotWithShape="1">
            <a:blip r:embed="rId3">
              <a:alphaModFix/>
            </a:blip>
            <a:srcRect b="30035" l="5517" r="0" t="-5104"/>
            <a:stretch/>
          </p:blipFill>
          <p:spPr>
            <a:xfrm rot="5400000">
              <a:off x="-361014" y="877812"/>
              <a:ext cx="2605925" cy="1929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81" name="Google Shape;581;g3aebc82613d_1_242"/>
            <p:cNvPicPr preferRelativeResize="0"/>
            <p:nvPr/>
          </p:nvPicPr>
          <p:blipFill rotWithShape="1">
            <a:blip r:embed="rId4">
              <a:alphaModFix/>
            </a:blip>
            <a:srcRect b="50881" l="11254" r="13011" t="0"/>
            <a:stretch/>
          </p:blipFill>
          <p:spPr>
            <a:xfrm rot="5400000">
              <a:off x="-487394" y="1982825"/>
              <a:ext cx="2190249" cy="121489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82" name="Google Shape;582;g3aebc82613d_1_242"/>
            <p:cNvPicPr preferRelativeResize="0"/>
            <p:nvPr/>
          </p:nvPicPr>
          <p:blipFill rotWithShape="1">
            <a:blip r:embed="rId3">
              <a:alphaModFix/>
            </a:blip>
            <a:srcRect b="50811" l="0" r="0" t="4102"/>
            <a:stretch/>
          </p:blipFill>
          <p:spPr>
            <a:xfrm rot="5400000">
              <a:off x="-838218" y="3098916"/>
              <a:ext cx="2891885" cy="121489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83" name="Google Shape;583;g3aebc82613d_1_242"/>
            <p:cNvPicPr preferRelativeResize="0"/>
            <p:nvPr/>
          </p:nvPicPr>
          <p:blipFill rotWithShape="1">
            <a:blip r:embed="rId3">
              <a:alphaModFix/>
            </a:blip>
            <a:srcRect b="30035" l="5516" r="37551" t="-5104"/>
            <a:stretch/>
          </p:blipFill>
          <p:spPr>
            <a:xfrm rot="5400000">
              <a:off x="197874" y="2998120"/>
              <a:ext cx="1929638" cy="237078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84" name="Google Shape;584;g3aebc82613d_1_242"/>
            <p:cNvPicPr preferRelativeResize="0"/>
            <p:nvPr/>
          </p:nvPicPr>
          <p:blipFill rotWithShape="1">
            <a:blip r:embed="rId3">
              <a:alphaModFix/>
            </a:blip>
            <a:srcRect b="30035" l="5517" r="0" t="-5104"/>
            <a:stretch/>
          </p:blipFill>
          <p:spPr>
            <a:xfrm rot="5400000">
              <a:off x="-288575" y="3041699"/>
              <a:ext cx="2048200" cy="1516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85" name="Google Shape;585;g3aebc82613d_1_242"/>
            <p:cNvPicPr preferRelativeResize="0"/>
            <p:nvPr/>
          </p:nvPicPr>
          <p:blipFill rotWithShape="1">
            <a:blip r:embed="rId4">
              <a:alphaModFix/>
            </a:blip>
            <a:srcRect b="50881" l="11254" r="13011" t="0"/>
            <a:stretch/>
          </p:blipFill>
          <p:spPr>
            <a:xfrm rot="5400000">
              <a:off x="-358013" y="2865168"/>
              <a:ext cx="1580494" cy="87673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86" name="Google Shape;586;g3aebc82613d_1_242"/>
            <p:cNvPicPr preferRelativeResize="0"/>
            <p:nvPr/>
          </p:nvPicPr>
          <p:blipFill rotWithShape="1">
            <a:blip r:embed="rId3">
              <a:alphaModFix/>
            </a:blip>
            <a:srcRect b="50811" l="0" r="0" t="4102"/>
            <a:stretch/>
          </p:blipFill>
          <p:spPr>
            <a:xfrm rot="5400000">
              <a:off x="-611169" y="3670544"/>
              <a:ext cx="2086798" cy="87673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87" name="Google Shape;587;g3aebc82613d_1_242"/>
            <p:cNvPicPr preferRelativeResize="0"/>
            <p:nvPr/>
          </p:nvPicPr>
          <p:blipFill rotWithShape="1">
            <a:blip r:embed="rId3">
              <a:alphaModFix/>
            </a:blip>
            <a:srcRect b="30035" l="5519" r="50850" t="-5104"/>
            <a:stretch/>
          </p:blipFill>
          <p:spPr>
            <a:xfrm rot="5400000">
              <a:off x="299210" y="3435075"/>
              <a:ext cx="1067033" cy="171089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88" name="Google Shape;588;g3aebc82613d_1_242"/>
            <p:cNvPicPr preferRelativeResize="0"/>
            <p:nvPr/>
          </p:nvPicPr>
          <p:blipFill rotWithShape="1">
            <a:blip r:embed="rId5">
              <a:alphaModFix/>
            </a:blip>
            <a:srcRect b="50443" l="0" r="0" t="0"/>
            <a:stretch/>
          </p:blipFill>
          <p:spPr>
            <a:xfrm rot="5400000">
              <a:off x="-380108" y="4181573"/>
              <a:ext cx="1328116" cy="61334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89" name="Google Shape;589;g3aebc82613d_1_242"/>
            <p:cNvPicPr preferRelativeResize="0"/>
            <p:nvPr/>
          </p:nvPicPr>
          <p:blipFill rotWithShape="1">
            <a:blip r:embed="rId5">
              <a:alphaModFix/>
            </a:blip>
            <a:srcRect b="50443" l="0" r="0" t="0"/>
            <a:stretch/>
          </p:blipFill>
          <p:spPr>
            <a:xfrm rot="5400000">
              <a:off x="71478" y="4181573"/>
              <a:ext cx="1328116" cy="61334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90" name="Google Shape;590;g3aebc82613d_1_242"/>
            <p:cNvPicPr preferRelativeResize="0"/>
            <p:nvPr/>
          </p:nvPicPr>
          <p:blipFill rotWithShape="1">
            <a:blip r:embed="rId3">
              <a:alphaModFix/>
            </a:blip>
            <a:srcRect b="47012" l="35435" r="12098" t="1038"/>
            <a:stretch/>
          </p:blipFill>
          <p:spPr>
            <a:xfrm rot="5400000">
              <a:off x="-103713" y="81012"/>
              <a:ext cx="2091325" cy="1929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91" name="Google Shape;591;g3aebc82613d_1_242"/>
            <p:cNvPicPr preferRelativeResize="0"/>
            <p:nvPr/>
          </p:nvPicPr>
          <p:blipFill rotWithShape="1">
            <a:blip r:embed="rId5">
              <a:alphaModFix/>
            </a:blip>
            <a:srcRect b="50443" l="0" r="0" t="0"/>
            <a:stretch/>
          </p:blipFill>
          <p:spPr>
            <a:xfrm rot="5400000">
              <a:off x="-230383" y="1816890"/>
              <a:ext cx="771750" cy="3563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92" name="Google Shape;592;g3aebc82613d_1_242"/>
            <p:cNvPicPr preferRelativeResize="0"/>
            <p:nvPr/>
          </p:nvPicPr>
          <p:blipFill rotWithShape="1">
            <a:blip r:embed="rId5">
              <a:alphaModFix/>
            </a:blip>
            <a:srcRect b="50443" l="0" r="0" t="0"/>
            <a:stretch/>
          </p:blipFill>
          <p:spPr>
            <a:xfrm rot="5400000">
              <a:off x="-517999" y="2755704"/>
              <a:ext cx="1840503" cy="8499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93" name="Google Shape;593;g3aebc82613d_1_242"/>
            <p:cNvPicPr preferRelativeResize="0"/>
            <p:nvPr/>
          </p:nvPicPr>
          <p:blipFill rotWithShape="1">
            <a:blip r:embed="rId4">
              <a:alphaModFix/>
            </a:blip>
            <a:srcRect b="50881" l="11254" r="13011" t="0"/>
            <a:stretch/>
          </p:blipFill>
          <p:spPr>
            <a:xfrm rot="5400000">
              <a:off x="-311303" y="3493776"/>
              <a:ext cx="1296169" cy="71901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94" name="Google Shape;594;g3aebc82613d_1_242"/>
          <p:cNvSpPr txBox="1"/>
          <p:nvPr>
            <p:ph type="title"/>
          </p:nvPr>
        </p:nvSpPr>
        <p:spPr>
          <a:xfrm>
            <a:off x="5318450" y="2415225"/>
            <a:ext cx="3441600" cy="154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4500"/>
              <a:t>Challenges </a:t>
            </a:r>
            <a:r>
              <a:rPr lang="en" sz="4500"/>
              <a:t>&amp; Overcome</a:t>
            </a:r>
            <a:endParaRPr sz="4500"/>
          </a:p>
        </p:txBody>
      </p:sp>
      <p:sp>
        <p:nvSpPr>
          <p:cNvPr id="595" name="Google Shape;595;g3aebc82613d_1_242"/>
          <p:cNvSpPr txBox="1"/>
          <p:nvPr>
            <p:ph idx="2" type="title"/>
          </p:nvPr>
        </p:nvSpPr>
        <p:spPr>
          <a:xfrm>
            <a:off x="5318450" y="1148175"/>
            <a:ext cx="1214100" cy="1016100"/>
          </a:xfrm>
          <a:prstGeom prst="rect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/>
              <a:t>10</a:t>
            </a:r>
            <a:endParaRPr/>
          </a:p>
        </p:txBody>
      </p:sp>
      <p:pic>
        <p:nvPicPr>
          <p:cNvPr id="596" name="Google Shape;596;g3aebc82613d_1_242"/>
          <p:cNvPicPr preferRelativeResize="0"/>
          <p:nvPr>
            <p:ph idx="3" type="pic"/>
          </p:nvPr>
        </p:nvPicPr>
        <p:blipFill rotWithShape="1">
          <a:blip r:embed="rId6">
            <a:alphaModFix/>
          </a:blip>
          <a:srcRect b="0" l="42831" r="3006" t="0"/>
          <a:stretch/>
        </p:blipFill>
        <p:spPr>
          <a:xfrm>
            <a:off x="0" y="0"/>
            <a:ext cx="3806223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3919a3f9680_2_17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Challenges &amp; How We Overcame Them</a:t>
            </a:r>
            <a:endParaRPr/>
          </a:p>
        </p:txBody>
      </p:sp>
      <p:sp>
        <p:nvSpPr>
          <p:cNvPr id="602" name="Google Shape;602;g3919a3f9680_2_17"/>
          <p:cNvSpPr txBox="1"/>
          <p:nvPr>
            <p:ph idx="4294967295" type="subTitle"/>
          </p:nvPr>
        </p:nvSpPr>
        <p:spPr>
          <a:xfrm>
            <a:off x="720000" y="1112200"/>
            <a:ext cx="6870300" cy="376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en"/>
              <a:t>Data Challenges</a:t>
            </a:r>
            <a:endParaRPr b="1" i="1"/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Font typeface="Atkinson Hyperlegible"/>
              <a:buChar char="●"/>
            </a:pPr>
            <a:r>
              <a:rPr lang="en"/>
              <a:t>Merging multiple sources → align by date &amp; company</a:t>
            </a:r>
            <a:br>
              <a:rPr lang="en"/>
            </a:br>
            <a:endParaRPr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tkinson Hyperlegible"/>
              <a:buChar char="●"/>
            </a:pPr>
            <a:r>
              <a:rPr lang="en"/>
              <a:t>Missing values + lags at the same time → staged imputation</a:t>
            </a:r>
            <a:br>
              <a:rPr lang="en"/>
            </a:br>
            <a:endParaRPr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tkinson Hyperlegible"/>
              <a:buChar char="●"/>
            </a:pPr>
            <a:r>
              <a:rPr lang="en"/>
              <a:t>Time series cannot be shuffled → chronological splits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en"/>
              <a:t>Feature Engineering Challenges</a:t>
            </a:r>
            <a:endParaRPr b="1" i="1"/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Font typeface="Atkinson Hyperlegible"/>
              <a:buChar char="●"/>
            </a:pPr>
            <a:r>
              <a:rPr lang="en"/>
              <a:t>Many combinations of lags &amp; rolling windows → iterative selection</a:t>
            </a:r>
            <a:br>
              <a:rPr lang="en"/>
            </a:br>
            <a:endParaRPr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tkinson Hyperlegible"/>
              <a:buChar char="●"/>
            </a:pPr>
            <a:r>
              <a:rPr lang="en"/>
              <a:t>Potential explosion of interaction terms → only keep economically meaningful ones</a:t>
            </a:r>
            <a:br>
              <a:rPr lang="en"/>
            </a:br>
            <a:endParaRPr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tkinson Hyperlegible"/>
              <a:buChar char="●"/>
            </a:pPr>
            <a:r>
              <a:rPr lang="en"/>
              <a:t>Multicollinearity hurting stability → regularization &amp; feature pruning</a:t>
            </a:r>
            <a:endParaRPr sz="13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g3919a3f9680_2_22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Learning Insights</a:t>
            </a:r>
            <a:endParaRPr/>
          </a:p>
        </p:txBody>
      </p:sp>
      <p:sp>
        <p:nvSpPr>
          <p:cNvPr id="608" name="Google Shape;608;g3919a3f9680_2_22"/>
          <p:cNvSpPr txBox="1"/>
          <p:nvPr>
            <p:ph idx="4294967295" type="subTitle"/>
          </p:nvPr>
        </p:nvSpPr>
        <p:spPr>
          <a:xfrm>
            <a:off x="720000" y="1112200"/>
            <a:ext cx="6870300" cy="376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"/>
              <a:t>Model Challenges</a:t>
            </a:r>
            <a:endParaRPr b="1" i="1"/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Font typeface="Atkinson Hyperlegible"/>
              <a:buChar char="●"/>
            </a:pPr>
            <a:r>
              <a:rPr lang="en"/>
              <a:t>Complex models overfitting easily → prefer more stable settings</a:t>
            </a:r>
            <a:br>
              <a:rPr lang="en"/>
            </a:br>
            <a:endParaRPr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tkinson Hyperlegible"/>
              <a:buChar char="●"/>
            </a:pPr>
            <a:r>
              <a:rPr lang="en"/>
              <a:t>Tree models sensitive to noisy features → need strong preprocessing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"/>
              <a:t>Collaboration Challenges</a:t>
            </a:r>
            <a:endParaRPr b="1" i="1"/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Font typeface="Atkinson Hyperlegible"/>
              <a:buChar char="●"/>
            </a:pPr>
            <a:r>
              <a:rPr lang="en"/>
              <a:t>Different coding styles across weeks → unify paths, names, and structure</a:t>
            </a:r>
            <a:br>
              <a:rPr lang="en"/>
            </a:br>
            <a:endParaRPr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tkinson Hyperlegible"/>
              <a:buChar char="●"/>
            </a:pPr>
            <a:r>
              <a:rPr lang="en"/>
              <a:t>Extra time to integrate → reorganize everything under the MDLC framework</a:t>
            </a:r>
            <a:endParaRPr sz="1300"/>
          </a:p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3" name="Google Shape;613;g3aebc82613d_1_263"/>
          <p:cNvGrpSpPr/>
          <p:nvPr/>
        </p:nvGrpSpPr>
        <p:grpSpPr>
          <a:xfrm>
            <a:off x="3223437" y="2"/>
            <a:ext cx="2366779" cy="5143554"/>
            <a:chOff x="-22726" y="0"/>
            <a:chExt cx="2370809" cy="5152313"/>
          </a:xfrm>
        </p:grpSpPr>
        <p:pic>
          <p:nvPicPr>
            <p:cNvPr id="614" name="Google Shape;614;g3aebc82613d_1_263"/>
            <p:cNvPicPr preferRelativeResize="0"/>
            <p:nvPr/>
          </p:nvPicPr>
          <p:blipFill rotWithShape="1">
            <a:blip r:embed="rId3">
              <a:alphaModFix/>
            </a:blip>
            <a:srcRect b="30035" l="5517" r="0" t="-5104"/>
            <a:stretch/>
          </p:blipFill>
          <p:spPr>
            <a:xfrm rot="5400000">
              <a:off x="-361014" y="877812"/>
              <a:ext cx="2605925" cy="1929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15" name="Google Shape;615;g3aebc82613d_1_263"/>
            <p:cNvPicPr preferRelativeResize="0"/>
            <p:nvPr/>
          </p:nvPicPr>
          <p:blipFill rotWithShape="1">
            <a:blip r:embed="rId4">
              <a:alphaModFix/>
            </a:blip>
            <a:srcRect b="50881" l="11254" r="13011" t="0"/>
            <a:stretch/>
          </p:blipFill>
          <p:spPr>
            <a:xfrm rot="5400000">
              <a:off x="-487394" y="1982825"/>
              <a:ext cx="2190249" cy="121489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16" name="Google Shape;616;g3aebc82613d_1_263"/>
            <p:cNvPicPr preferRelativeResize="0"/>
            <p:nvPr/>
          </p:nvPicPr>
          <p:blipFill rotWithShape="1">
            <a:blip r:embed="rId3">
              <a:alphaModFix/>
            </a:blip>
            <a:srcRect b="50811" l="0" r="0" t="4102"/>
            <a:stretch/>
          </p:blipFill>
          <p:spPr>
            <a:xfrm rot="5400000">
              <a:off x="-838218" y="3098916"/>
              <a:ext cx="2891885" cy="121489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17" name="Google Shape;617;g3aebc82613d_1_263"/>
            <p:cNvPicPr preferRelativeResize="0"/>
            <p:nvPr/>
          </p:nvPicPr>
          <p:blipFill rotWithShape="1">
            <a:blip r:embed="rId3">
              <a:alphaModFix/>
            </a:blip>
            <a:srcRect b="30035" l="5516" r="37551" t="-5104"/>
            <a:stretch/>
          </p:blipFill>
          <p:spPr>
            <a:xfrm rot="5400000">
              <a:off x="197874" y="2998120"/>
              <a:ext cx="1929638" cy="237078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18" name="Google Shape;618;g3aebc82613d_1_263"/>
            <p:cNvPicPr preferRelativeResize="0"/>
            <p:nvPr/>
          </p:nvPicPr>
          <p:blipFill rotWithShape="1">
            <a:blip r:embed="rId3">
              <a:alphaModFix/>
            </a:blip>
            <a:srcRect b="30035" l="5517" r="0" t="-5104"/>
            <a:stretch/>
          </p:blipFill>
          <p:spPr>
            <a:xfrm rot="5400000">
              <a:off x="-288575" y="3041699"/>
              <a:ext cx="2048200" cy="1516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19" name="Google Shape;619;g3aebc82613d_1_263"/>
            <p:cNvPicPr preferRelativeResize="0"/>
            <p:nvPr/>
          </p:nvPicPr>
          <p:blipFill rotWithShape="1">
            <a:blip r:embed="rId4">
              <a:alphaModFix/>
            </a:blip>
            <a:srcRect b="50881" l="11254" r="13011" t="0"/>
            <a:stretch/>
          </p:blipFill>
          <p:spPr>
            <a:xfrm rot="5400000">
              <a:off x="-358013" y="2865168"/>
              <a:ext cx="1580494" cy="87673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20" name="Google Shape;620;g3aebc82613d_1_263"/>
            <p:cNvPicPr preferRelativeResize="0"/>
            <p:nvPr/>
          </p:nvPicPr>
          <p:blipFill rotWithShape="1">
            <a:blip r:embed="rId3">
              <a:alphaModFix/>
            </a:blip>
            <a:srcRect b="50811" l="0" r="0" t="4102"/>
            <a:stretch/>
          </p:blipFill>
          <p:spPr>
            <a:xfrm rot="5400000">
              <a:off x="-611169" y="3670544"/>
              <a:ext cx="2086798" cy="87673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21" name="Google Shape;621;g3aebc82613d_1_263"/>
            <p:cNvPicPr preferRelativeResize="0"/>
            <p:nvPr/>
          </p:nvPicPr>
          <p:blipFill rotWithShape="1">
            <a:blip r:embed="rId3">
              <a:alphaModFix/>
            </a:blip>
            <a:srcRect b="30035" l="5519" r="50850" t="-5104"/>
            <a:stretch/>
          </p:blipFill>
          <p:spPr>
            <a:xfrm rot="5400000">
              <a:off x="299210" y="3435075"/>
              <a:ext cx="1067033" cy="171089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22" name="Google Shape;622;g3aebc82613d_1_263"/>
            <p:cNvPicPr preferRelativeResize="0"/>
            <p:nvPr/>
          </p:nvPicPr>
          <p:blipFill rotWithShape="1">
            <a:blip r:embed="rId5">
              <a:alphaModFix/>
            </a:blip>
            <a:srcRect b="50443" l="0" r="0" t="0"/>
            <a:stretch/>
          </p:blipFill>
          <p:spPr>
            <a:xfrm rot="5400000">
              <a:off x="-380108" y="4181573"/>
              <a:ext cx="1328116" cy="61334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23" name="Google Shape;623;g3aebc82613d_1_263"/>
            <p:cNvPicPr preferRelativeResize="0"/>
            <p:nvPr/>
          </p:nvPicPr>
          <p:blipFill rotWithShape="1">
            <a:blip r:embed="rId5">
              <a:alphaModFix/>
            </a:blip>
            <a:srcRect b="50443" l="0" r="0" t="0"/>
            <a:stretch/>
          </p:blipFill>
          <p:spPr>
            <a:xfrm rot="5400000">
              <a:off x="71478" y="4181573"/>
              <a:ext cx="1328116" cy="61334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24" name="Google Shape;624;g3aebc82613d_1_263"/>
            <p:cNvPicPr preferRelativeResize="0"/>
            <p:nvPr/>
          </p:nvPicPr>
          <p:blipFill rotWithShape="1">
            <a:blip r:embed="rId3">
              <a:alphaModFix/>
            </a:blip>
            <a:srcRect b="47012" l="35435" r="12098" t="1038"/>
            <a:stretch/>
          </p:blipFill>
          <p:spPr>
            <a:xfrm rot="5400000">
              <a:off x="-103713" y="81012"/>
              <a:ext cx="2091325" cy="1929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25" name="Google Shape;625;g3aebc82613d_1_263"/>
            <p:cNvPicPr preferRelativeResize="0"/>
            <p:nvPr/>
          </p:nvPicPr>
          <p:blipFill rotWithShape="1">
            <a:blip r:embed="rId5">
              <a:alphaModFix/>
            </a:blip>
            <a:srcRect b="50443" l="0" r="0" t="0"/>
            <a:stretch/>
          </p:blipFill>
          <p:spPr>
            <a:xfrm rot="5400000">
              <a:off x="-230383" y="1816890"/>
              <a:ext cx="771750" cy="3563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26" name="Google Shape;626;g3aebc82613d_1_263"/>
            <p:cNvPicPr preferRelativeResize="0"/>
            <p:nvPr/>
          </p:nvPicPr>
          <p:blipFill rotWithShape="1">
            <a:blip r:embed="rId5">
              <a:alphaModFix/>
            </a:blip>
            <a:srcRect b="50443" l="0" r="0" t="0"/>
            <a:stretch/>
          </p:blipFill>
          <p:spPr>
            <a:xfrm rot="5400000">
              <a:off x="-517999" y="2755704"/>
              <a:ext cx="1840503" cy="8499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27" name="Google Shape;627;g3aebc82613d_1_263"/>
            <p:cNvPicPr preferRelativeResize="0"/>
            <p:nvPr/>
          </p:nvPicPr>
          <p:blipFill rotWithShape="1">
            <a:blip r:embed="rId4">
              <a:alphaModFix/>
            </a:blip>
            <a:srcRect b="50881" l="11254" r="13011" t="0"/>
            <a:stretch/>
          </p:blipFill>
          <p:spPr>
            <a:xfrm rot="5400000">
              <a:off x="-311303" y="3493776"/>
              <a:ext cx="1296169" cy="71901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28" name="Google Shape;628;g3aebc82613d_1_263"/>
          <p:cNvSpPr txBox="1"/>
          <p:nvPr>
            <p:ph type="title"/>
          </p:nvPr>
        </p:nvSpPr>
        <p:spPr>
          <a:xfrm>
            <a:off x="5318450" y="2415225"/>
            <a:ext cx="2929200" cy="154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Learning Insights</a:t>
            </a:r>
            <a:endParaRPr/>
          </a:p>
        </p:txBody>
      </p:sp>
      <p:sp>
        <p:nvSpPr>
          <p:cNvPr id="629" name="Google Shape;629;g3aebc82613d_1_263"/>
          <p:cNvSpPr txBox="1"/>
          <p:nvPr>
            <p:ph idx="2" type="title"/>
          </p:nvPr>
        </p:nvSpPr>
        <p:spPr>
          <a:xfrm>
            <a:off x="5318450" y="1148175"/>
            <a:ext cx="1214100" cy="1016100"/>
          </a:xfrm>
          <a:prstGeom prst="rect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/>
              <a:t>11</a:t>
            </a:r>
            <a:endParaRPr/>
          </a:p>
        </p:txBody>
      </p:sp>
      <p:pic>
        <p:nvPicPr>
          <p:cNvPr id="630" name="Google Shape;630;g3aebc82613d_1_263"/>
          <p:cNvPicPr preferRelativeResize="0"/>
          <p:nvPr>
            <p:ph idx="3" type="pic"/>
          </p:nvPr>
        </p:nvPicPr>
        <p:blipFill rotWithShape="1">
          <a:blip r:embed="rId6">
            <a:alphaModFix/>
          </a:blip>
          <a:srcRect b="0" l="42831" r="3006" t="0"/>
          <a:stretch/>
        </p:blipFill>
        <p:spPr>
          <a:xfrm>
            <a:off x="0" y="0"/>
            <a:ext cx="3806223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g3aed5519f1b_0_103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Learning Insights</a:t>
            </a:r>
            <a:endParaRPr/>
          </a:p>
        </p:txBody>
      </p:sp>
      <p:sp>
        <p:nvSpPr>
          <p:cNvPr id="636" name="Google Shape;636;g3aed5519f1b_0_103"/>
          <p:cNvSpPr txBox="1"/>
          <p:nvPr>
            <p:ph idx="4294967295" type="subTitle"/>
          </p:nvPr>
        </p:nvSpPr>
        <p:spPr>
          <a:xfrm>
            <a:off x="720000" y="1112200"/>
            <a:ext cx="6870300" cy="376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/>
              <a:t>Technical Insights</a:t>
            </a:r>
            <a:endParaRPr b="1" i="1"/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Feature engineering contributes more to model performance than hyperparameter tuning</a:t>
            </a:r>
            <a:endParaRPr/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Data quality and structure determine the upper limit of model performance</a:t>
            </a:r>
            <a:endParaRPr/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Significantly heightened importance of data-centric AI</a:t>
            </a:r>
            <a:endParaRPr/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"/>
              <a:t>Project Management Lessons</a:t>
            </a:r>
            <a:endParaRPr b="1" i="1"/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Modular development facilitates debugging</a:t>
            </a:r>
            <a:endParaRPr/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Clear directory and naming conventions are crucial</a:t>
            </a:r>
            <a:endParaRPr/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Pre-planning the MDLC toolchain enhances efficiency</a:t>
            </a:r>
            <a:endParaRPr/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g3aed5519f1b_0_108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Learning Insights</a:t>
            </a:r>
            <a:endParaRPr/>
          </a:p>
        </p:txBody>
      </p:sp>
      <p:sp>
        <p:nvSpPr>
          <p:cNvPr id="642" name="Google Shape;642;g3aed5519f1b_0_108"/>
          <p:cNvSpPr txBox="1"/>
          <p:nvPr>
            <p:ph idx="4294967295" type="subTitle"/>
          </p:nvPr>
        </p:nvSpPr>
        <p:spPr>
          <a:xfrm>
            <a:off x="720000" y="1112200"/>
            <a:ext cx="6870300" cy="376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"/>
              <a:t>Team Collaboration</a:t>
            </a:r>
            <a:endParaRPr b="1" i="1"/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Defined roles minimize conflicts</a:t>
            </a:r>
            <a:endParaRPr/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Consistent code reviews elevate overall quality</a:t>
            </a:r>
            <a:endParaRPr/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"/>
              <a:t>ML Philosophy</a:t>
            </a:r>
            <a:endParaRPr b="1" i="1"/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Simple model + strong features &gt; complex model + weak features</a:t>
            </a:r>
            <a:endParaRPr/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Data tuning outweighs model tuning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20"/>
          <p:cNvSpPr txBox="1"/>
          <p:nvPr>
            <p:ph type="title"/>
          </p:nvPr>
        </p:nvSpPr>
        <p:spPr>
          <a:xfrm>
            <a:off x="2394538" y="1848175"/>
            <a:ext cx="4448100" cy="10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THANKS!</a:t>
            </a:r>
            <a:endParaRPr/>
          </a:p>
        </p:txBody>
      </p:sp>
      <p:grpSp>
        <p:nvGrpSpPr>
          <p:cNvPr id="648" name="Google Shape;648;p20"/>
          <p:cNvGrpSpPr/>
          <p:nvPr/>
        </p:nvGrpSpPr>
        <p:grpSpPr>
          <a:xfrm flipH="1" rot="10800000">
            <a:off x="9" y="1047409"/>
            <a:ext cx="1884794" cy="4096089"/>
            <a:chOff x="-22726" y="0"/>
            <a:chExt cx="2370810" cy="5152313"/>
          </a:xfrm>
        </p:grpSpPr>
        <p:pic>
          <p:nvPicPr>
            <p:cNvPr id="649" name="Google Shape;649;p20"/>
            <p:cNvPicPr preferRelativeResize="0"/>
            <p:nvPr/>
          </p:nvPicPr>
          <p:blipFill rotWithShape="1">
            <a:blip r:embed="rId3">
              <a:alphaModFix/>
            </a:blip>
            <a:srcRect b="30034" l="5517" r="0" t="-5104"/>
            <a:stretch/>
          </p:blipFill>
          <p:spPr>
            <a:xfrm rot="5400000">
              <a:off x="-361014" y="877812"/>
              <a:ext cx="2605925" cy="1929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50" name="Google Shape;650;p20"/>
            <p:cNvPicPr preferRelativeResize="0"/>
            <p:nvPr/>
          </p:nvPicPr>
          <p:blipFill rotWithShape="1">
            <a:blip r:embed="rId4">
              <a:alphaModFix/>
            </a:blip>
            <a:srcRect b="50880" l="11254" r="13011" t="0"/>
            <a:stretch/>
          </p:blipFill>
          <p:spPr>
            <a:xfrm rot="5400000">
              <a:off x="-487394" y="1982825"/>
              <a:ext cx="2190249" cy="121489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51" name="Google Shape;651;p20"/>
            <p:cNvPicPr preferRelativeResize="0"/>
            <p:nvPr/>
          </p:nvPicPr>
          <p:blipFill rotWithShape="1">
            <a:blip r:embed="rId3">
              <a:alphaModFix/>
            </a:blip>
            <a:srcRect b="50813" l="0" r="0" t="4102"/>
            <a:stretch/>
          </p:blipFill>
          <p:spPr>
            <a:xfrm rot="5400000">
              <a:off x="-838218" y="3098916"/>
              <a:ext cx="2891885" cy="121489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52" name="Google Shape;652;p20"/>
            <p:cNvPicPr preferRelativeResize="0"/>
            <p:nvPr/>
          </p:nvPicPr>
          <p:blipFill rotWithShape="1">
            <a:blip r:embed="rId3">
              <a:alphaModFix/>
            </a:blip>
            <a:srcRect b="30034" l="5516" r="37550" t="-5104"/>
            <a:stretch/>
          </p:blipFill>
          <p:spPr>
            <a:xfrm rot="5400000">
              <a:off x="197874" y="2998120"/>
              <a:ext cx="1929638" cy="237078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53" name="Google Shape;653;p20"/>
            <p:cNvPicPr preferRelativeResize="0"/>
            <p:nvPr/>
          </p:nvPicPr>
          <p:blipFill rotWithShape="1">
            <a:blip r:embed="rId3">
              <a:alphaModFix/>
            </a:blip>
            <a:srcRect b="30034" l="5517" r="0" t="-5104"/>
            <a:stretch/>
          </p:blipFill>
          <p:spPr>
            <a:xfrm rot="5400000">
              <a:off x="-288575" y="3041699"/>
              <a:ext cx="2048200" cy="1516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54" name="Google Shape;654;p20"/>
            <p:cNvPicPr preferRelativeResize="0"/>
            <p:nvPr/>
          </p:nvPicPr>
          <p:blipFill rotWithShape="1">
            <a:blip r:embed="rId4">
              <a:alphaModFix/>
            </a:blip>
            <a:srcRect b="50880" l="11254" r="13011" t="0"/>
            <a:stretch/>
          </p:blipFill>
          <p:spPr>
            <a:xfrm rot="5400000">
              <a:off x="-358013" y="2865168"/>
              <a:ext cx="1580494" cy="87673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55" name="Google Shape;655;p20"/>
            <p:cNvPicPr preferRelativeResize="0"/>
            <p:nvPr/>
          </p:nvPicPr>
          <p:blipFill rotWithShape="1">
            <a:blip r:embed="rId3">
              <a:alphaModFix/>
            </a:blip>
            <a:srcRect b="50813" l="0" r="0" t="4102"/>
            <a:stretch/>
          </p:blipFill>
          <p:spPr>
            <a:xfrm rot="5400000">
              <a:off x="-611169" y="3670544"/>
              <a:ext cx="2086798" cy="87673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56" name="Google Shape;656;p20"/>
            <p:cNvPicPr preferRelativeResize="0"/>
            <p:nvPr/>
          </p:nvPicPr>
          <p:blipFill rotWithShape="1">
            <a:blip r:embed="rId3">
              <a:alphaModFix/>
            </a:blip>
            <a:srcRect b="30034" l="5518" r="50851" t="-5104"/>
            <a:stretch/>
          </p:blipFill>
          <p:spPr>
            <a:xfrm rot="5400000">
              <a:off x="299210" y="3435075"/>
              <a:ext cx="1067033" cy="171089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57" name="Google Shape;657;p20"/>
            <p:cNvPicPr preferRelativeResize="0"/>
            <p:nvPr/>
          </p:nvPicPr>
          <p:blipFill rotWithShape="1">
            <a:blip r:embed="rId5">
              <a:alphaModFix/>
            </a:blip>
            <a:srcRect b="50443" l="0" r="0" t="0"/>
            <a:stretch/>
          </p:blipFill>
          <p:spPr>
            <a:xfrm rot="5400000">
              <a:off x="-380108" y="4181573"/>
              <a:ext cx="1328116" cy="61334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58" name="Google Shape;658;p20"/>
            <p:cNvPicPr preferRelativeResize="0"/>
            <p:nvPr/>
          </p:nvPicPr>
          <p:blipFill rotWithShape="1">
            <a:blip r:embed="rId5">
              <a:alphaModFix/>
            </a:blip>
            <a:srcRect b="50443" l="0" r="0" t="0"/>
            <a:stretch/>
          </p:blipFill>
          <p:spPr>
            <a:xfrm rot="5400000">
              <a:off x="168668" y="4181573"/>
              <a:ext cx="1328116" cy="61334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59" name="Google Shape;659;p20"/>
            <p:cNvPicPr preferRelativeResize="0"/>
            <p:nvPr/>
          </p:nvPicPr>
          <p:blipFill rotWithShape="1">
            <a:blip r:embed="rId3">
              <a:alphaModFix/>
            </a:blip>
            <a:srcRect b="47015" l="35435" r="12098" t="1038"/>
            <a:stretch/>
          </p:blipFill>
          <p:spPr>
            <a:xfrm rot="5400000">
              <a:off x="-103713" y="81012"/>
              <a:ext cx="2091325" cy="1929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60" name="Google Shape;660;p20"/>
            <p:cNvPicPr preferRelativeResize="0"/>
            <p:nvPr/>
          </p:nvPicPr>
          <p:blipFill rotWithShape="1">
            <a:blip r:embed="rId5">
              <a:alphaModFix/>
            </a:blip>
            <a:srcRect b="50443" l="0" r="0" t="0"/>
            <a:stretch/>
          </p:blipFill>
          <p:spPr>
            <a:xfrm rot="5400000">
              <a:off x="-230383" y="1816890"/>
              <a:ext cx="771750" cy="3563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61" name="Google Shape;661;p20"/>
            <p:cNvPicPr preferRelativeResize="0"/>
            <p:nvPr/>
          </p:nvPicPr>
          <p:blipFill rotWithShape="1">
            <a:blip r:embed="rId5">
              <a:alphaModFix/>
            </a:blip>
            <a:srcRect b="50443" l="0" r="0" t="0"/>
            <a:stretch/>
          </p:blipFill>
          <p:spPr>
            <a:xfrm rot="5400000">
              <a:off x="-517999" y="2755704"/>
              <a:ext cx="1840503" cy="8499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62" name="Google Shape;662;p20"/>
            <p:cNvPicPr preferRelativeResize="0"/>
            <p:nvPr/>
          </p:nvPicPr>
          <p:blipFill rotWithShape="1">
            <a:blip r:embed="rId4">
              <a:alphaModFix/>
            </a:blip>
            <a:srcRect b="50880" l="11254" r="13011" t="0"/>
            <a:stretch/>
          </p:blipFill>
          <p:spPr>
            <a:xfrm rot="5400000">
              <a:off x="-311303" y="3493776"/>
              <a:ext cx="1296169" cy="71901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63" name="Google Shape;663;p20"/>
          <p:cNvGrpSpPr/>
          <p:nvPr/>
        </p:nvGrpSpPr>
        <p:grpSpPr>
          <a:xfrm flipH="1" rot="-5400000">
            <a:off x="6510234" y="-976719"/>
            <a:ext cx="1665020" cy="3618460"/>
            <a:chOff x="-22726" y="13"/>
            <a:chExt cx="2370810" cy="5152300"/>
          </a:xfrm>
        </p:grpSpPr>
        <p:pic>
          <p:nvPicPr>
            <p:cNvPr id="664" name="Google Shape;664;p20"/>
            <p:cNvPicPr preferRelativeResize="0"/>
            <p:nvPr/>
          </p:nvPicPr>
          <p:blipFill rotWithShape="1">
            <a:blip r:embed="rId3">
              <a:alphaModFix/>
            </a:blip>
            <a:srcRect b="30034" l="5517" r="0" t="-5104"/>
            <a:stretch/>
          </p:blipFill>
          <p:spPr>
            <a:xfrm rot="5400000">
              <a:off x="-361014" y="877812"/>
              <a:ext cx="2605925" cy="1929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65" name="Google Shape;665;p20"/>
            <p:cNvPicPr preferRelativeResize="0"/>
            <p:nvPr/>
          </p:nvPicPr>
          <p:blipFill rotWithShape="1">
            <a:blip r:embed="rId4">
              <a:alphaModFix/>
            </a:blip>
            <a:srcRect b="50880" l="11254" r="13011" t="0"/>
            <a:stretch/>
          </p:blipFill>
          <p:spPr>
            <a:xfrm rot="5400000">
              <a:off x="-487394" y="1982825"/>
              <a:ext cx="2190249" cy="121489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66" name="Google Shape;666;p20"/>
            <p:cNvPicPr preferRelativeResize="0"/>
            <p:nvPr/>
          </p:nvPicPr>
          <p:blipFill rotWithShape="1">
            <a:blip r:embed="rId3">
              <a:alphaModFix/>
            </a:blip>
            <a:srcRect b="50813" l="0" r="0" t="4102"/>
            <a:stretch/>
          </p:blipFill>
          <p:spPr>
            <a:xfrm rot="5400000">
              <a:off x="-838218" y="3098916"/>
              <a:ext cx="2891885" cy="121489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67" name="Google Shape;667;p20"/>
            <p:cNvPicPr preferRelativeResize="0"/>
            <p:nvPr/>
          </p:nvPicPr>
          <p:blipFill rotWithShape="1">
            <a:blip r:embed="rId3">
              <a:alphaModFix/>
            </a:blip>
            <a:srcRect b="30034" l="5516" r="37550" t="-5104"/>
            <a:stretch/>
          </p:blipFill>
          <p:spPr>
            <a:xfrm rot="5400000">
              <a:off x="197874" y="2998120"/>
              <a:ext cx="1929638" cy="237078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68" name="Google Shape;668;p20"/>
            <p:cNvPicPr preferRelativeResize="0"/>
            <p:nvPr/>
          </p:nvPicPr>
          <p:blipFill rotWithShape="1">
            <a:blip r:embed="rId3">
              <a:alphaModFix/>
            </a:blip>
            <a:srcRect b="30034" l="5517" r="0" t="-5104"/>
            <a:stretch/>
          </p:blipFill>
          <p:spPr>
            <a:xfrm rot="5400000">
              <a:off x="-288575" y="3041699"/>
              <a:ext cx="2048200" cy="1516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69" name="Google Shape;669;p20"/>
            <p:cNvPicPr preferRelativeResize="0"/>
            <p:nvPr/>
          </p:nvPicPr>
          <p:blipFill rotWithShape="1">
            <a:blip r:embed="rId4">
              <a:alphaModFix/>
            </a:blip>
            <a:srcRect b="50880" l="11254" r="13011" t="0"/>
            <a:stretch/>
          </p:blipFill>
          <p:spPr>
            <a:xfrm rot="5400000">
              <a:off x="-358013" y="2865168"/>
              <a:ext cx="1580494" cy="87673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70" name="Google Shape;670;p20"/>
            <p:cNvPicPr preferRelativeResize="0"/>
            <p:nvPr/>
          </p:nvPicPr>
          <p:blipFill rotWithShape="1">
            <a:blip r:embed="rId3">
              <a:alphaModFix/>
            </a:blip>
            <a:srcRect b="50813" l="0" r="0" t="4102"/>
            <a:stretch/>
          </p:blipFill>
          <p:spPr>
            <a:xfrm rot="5400000">
              <a:off x="-611169" y="3670544"/>
              <a:ext cx="2086798" cy="87673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71" name="Google Shape;671;p20"/>
            <p:cNvPicPr preferRelativeResize="0"/>
            <p:nvPr/>
          </p:nvPicPr>
          <p:blipFill rotWithShape="1">
            <a:blip r:embed="rId3">
              <a:alphaModFix/>
            </a:blip>
            <a:srcRect b="30034" l="5518" r="50851" t="-5104"/>
            <a:stretch/>
          </p:blipFill>
          <p:spPr>
            <a:xfrm rot="5400000">
              <a:off x="299210" y="3435075"/>
              <a:ext cx="1067033" cy="171089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72" name="Google Shape;672;p20"/>
            <p:cNvPicPr preferRelativeResize="0"/>
            <p:nvPr/>
          </p:nvPicPr>
          <p:blipFill rotWithShape="1">
            <a:blip r:embed="rId5">
              <a:alphaModFix/>
            </a:blip>
            <a:srcRect b="50443" l="0" r="0" t="0"/>
            <a:stretch/>
          </p:blipFill>
          <p:spPr>
            <a:xfrm rot="5400000">
              <a:off x="-380108" y="4181573"/>
              <a:ext cx="1328116" cy="61334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73" name="Google Shape;673;p20"/>
            <p:cNvPicPr preferRelativeResize="0"/>
            <p:nvPr/>
          </p:nvPicPr>
          <p:blipFill rotWithShape="1">
            <a:blip r:embed="rId5">
              <a:alphaModFix/>
            </a:blip>
            <a:srcRect b="50443" l="0" r="0" t="0"/>
            <a:stretch/>
          </p:blipFill>
          <p:spPr>
            <a:xfrm rot="5400000">
              <a:off x="168668" y="4181573"/>
              <a:ext cx="1328116" cy="61334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74" name="Google Shape;674;p20"/>
            <p:cNvPicPr preferRelativeResize="0"/>
            <p:nvPr/>
          </p:nvPicPr>
          <p:blipFill rotWithShape="1">
            <a:blip r:embed="rId3">
              <a:alphaModFix/>
            </a:blip>
            <a:srcRect b="47015" l="1557" r="7837" t="1038"/>
            <a:stretch/>
          </p:blipFill>
          <p:spPr>
            <a:xfrm rot="5400000">
              <a:off x="-863858" y="841176"/>
              <a:ext cx="3611629" cy="19293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75" name="Google Shape;675;p20"/>
            <p:cNvPicPr preferRelativeResize="0"/>
            <p:nvPr/>
          </p:nvPicPr>
          <p:blipFill rotWithShape="1">
            <a:blip r:embed="rId5">
              <a:alphaModFix/>
            </a:blip>
            <a:srcRect b="50443" l="0" r="0" t="0"/>
            <a:stretch/>
          </p:blipFill>
          <p:spPr>
            <a:xfrm rot="5400000">
              <a:off x="-230383" y="1816890"/>
              <a:ext cx="771750" cy="3563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76" name="Google Shape;676;p20"/>
            <p:cNvPicPr preferRelativeResize="0"/>
            <p:nvPr/>
          </p:nvPicPr>
          <p:blipFill rotWithShape="1">
            <a:blip r:embed="rId5">
              <a:alphaModFix/>
            </a:blip>
            <a:srcRect b="50443" l="0" r="0" t="0"/>
            <a:stretch/>
          </p:blipFill>
          <p:spPr>
            <a:xfrm rot="5400000">
              <a:off x="-517999" y="2755704"/>
              <a:ext cx="1840503" cy="8499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77" name="Google Shape;677;p20"/>
            <p:cNvPicPr preferRelativeResize="0"/>
            <p:nvPr/>
          </p:nvPicPr>
          <p:blipFill rotWithShape="1">
            <a:blip r:embed="rId4">
              <a:alphaModFix/>
            </a:blip>
            <a:srcRect b="50880" l="11254" r="13011" t="0"/>
            <a:stretch/>
          </p:blipFill>
          <p:spPr>
            <a:xfrm rot="5400000">
              <a:off x="-311303" y="3493776"/>
              <a:ext cx="1296169" cy="71901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rmal Meeting by Slidesgo">
  <a:themeElements>
    <a:clrScheme name="Simple Light">
      <a:dk1>
        <a:srgbClr val="000000"/>
      </a:dk1>
      <a:lt1>
        <a:srgbClr val="FFFFFF"/>
      </a:lt1>
      <a:dk2>
        <a:srgbClr val="001B5C"/>
      </a:dk2>
      <a:lt2>
        <a:srgbClr val="BF9000"/>
      </a:lt2>
      <a:accent1>
        <a:srgbClr val="D9D9D9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